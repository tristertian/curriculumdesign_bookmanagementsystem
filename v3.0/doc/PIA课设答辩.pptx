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2"/>
  </p:notesMasterIdLst>
  <p:handoutMasterIdLst>
    <p:handoutMasterId r:id="rId13"/>
  </p:handoutMasterIdLst>
  <p:sldIdLst>
    <p:sldId id="312" r:id="rId5"/>
    <p:sldId id="304" r:id="rId6"/>
    <p:sldId id="321" r:id="rId7"/>
    <p:sldId id="323" r:id="rId8"/>
    <p:sldId id="324" r:id="rId9"/>
    <p:sldId id="325" r:id="rId10"/>
    <p:sldId id="326" r:id="rId11"/>
  </p:sldIdLst>
  <p:sldSz cx="12192000" cy="6858000"/>
  <p:notesSz cx="13716000" cy="24384000"/>
  <p:defaultTextStyle>
    <a:defPPr rtl="0">
      <a:defRPr lang="zh-CN"/>
    </a:defPPr>
    <a:lvl1pPr marL="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1" autoAdjust="0"/>
    <p:restoredTop sz="95388" autoAdjust="0"/>
  </p:normalViewPr>
  <p:slideViewPr>
    <p:cSldViewPr snapToGrid="0" snapToObjects="1">
      <p:cViewPr varScale="1">
        <p:scale>
          <a:sx n="68" d="100"/>
          <a:sy n="68" d="100"/>
        </p:scale>
        <p:origin x="580" y="48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35" d="100"/>
          <a:sy n="35" d="100"/>
        </p:scale>
        <p:origin x="3474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zh-CN" sz="1200"/>
            </a:lvl1pPr>
          </a:lstStyle>
          <a:p>
            <a:pPr rtl="0"/>
            <a:endParaRPr lang="zh-CN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zh-CN" sz="1200"/>
            </a:lvl1pPr>
          </a:lstStyle>
          <a:p>
            <a:pPr rtl="0"/>
            <a:fld id="{2A002A03-A0BF-473B-B30B-780BD5201F9F}" type="datetimeyyyy">
              <a:rPr lang="zh-CN" altLang="en-US" smtClean="0"/>
              <a:t>2026年</a:t>
            </a:fld>
            <a:endParaRPr lang="zh-CN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zh-CN" sz="1200"/>
            </a:lvl1pPr>
          </a:lstStyle>
          <a:p>
            <a:pPr rtl="0"/>
            <a:endParaRPr 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zh-CN" sz="1200"/>
            </a:lvl1pPr>
          </a:lstStyle>
          <a:p>
            <a:pPr rtl="0"/>
            <a:fld id="{420BD0AB-C59E-4A46-83D3-F07787446BA0}" type="slidenum">
              <a:rPr lang="zh-CN" smtClean="0"/>
              <a:t>‹#›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lang="zh-CN" sz="600" kern="1200">
        <a:solidFill>
          <a:schemeClr val="tx1"/>
        </a:solidFill>
        <a:latin typeface="+mn-ea"/>
        <a:ea typeface="+mn-ea"/>
        <a:cs typeface="+mn-cs"/>
      </a:defRPr>
    </a:lvl1pPr>
    <a:lvl2pPr marL="228600" algn="l" defTabSz="457200" rtl="0" eaLnBrk="1" latinLnBrk="0" hangingPunct="1">
      <a:defRPr lang="zh-CN" sz="600" kern="1200">
        <a:solidFill>
          <a:schemeClr val="tx1"/>
        </a:solidFill>
        <a:latin typeface="+mn-ea"/>
        <a:ea typeface="+mn-ea"/>
        <a:cs typeface="+mn-cs"/>
      </a:defRPr>
    </a:lvl2pPr>
    <a:lvl3pPr marL="457200" algn="l" defTabSz="457200" rtl="0" eaLnBrk="1" latinLnBrk="0" hangingPunct="1">
      <a:defRPr lang="zh-CN" sz="600" kern="1200">
        <a:solidFill>
          <a:schemeClr val="tx1"/>
        </a:solidFill>
        <a:latin typeface="+mn-ea"/>
        <a:ea typeface="+mn-ea"/>
        <a:cs typeface="+mn-cs"/>
      </a:defRPr>
    </a:lvl3pPr>
    <a:lvl4pPr marL="685800" algn="l" defTabSz="457200" rtl="0" eaLnBrk="1" latinLnBrk="0" hangingPunct="1">
      <a:defRPr lang="zh-CN" sz="600" kern="1200">
        <a:solidFill>
          <a:schemeClr val="tx1"/>
        </a:solidFill>
        <a:latin typeface="+mn-ea"/>
        <a:ea typeface="+mn-ea"/>
        <a:cs typeface="+mn-cs"/>
      </a:defRPr>
    </a:lvl4pPr>
    <a:lvl5pPr marL="914400" algn="l" defTabSz="457200" rtl="0" eaLnBrk="1" latinLnBrk="0" hangingPunct="1">
      <a:defRPr lang="zh-CN" sz="600" kern="1200">
        <a:solidFill>
          <a:schemeClr val="tx1"/>
        </a:solidFill>
        <a:latin typeface="+mn-ea"/>
        <a:ea typeface="+mn-ea"/>
        <a:cs typeface="+mn-cs"/>
      </a:defRPr>
    </a:lvl5pPr>
    <a:lvl6pPr marL="1143000" algn="l" defTabSz="457200" rtl="0" eaLnBrk="1" latinLnBrk="0" hangingPunct="1">
      <a:defRPr lang="zh-CN" sz="600" kern="1200">
        <a:solidFill>
          <a:schemeClr val="tx1"/>
        </a:solidFill>
        <a:latin typeface="+mn-ea"/>
        <a:ea typeface="+mn-ea"/>
        <a:cs typeface="+mn-cs"/>
      </a:defRPr>
    </a:lvl6pPr>
    <a:lvl7pPr marL="1371600" algn="l" defTabSz="457200" rtl="0" eaLnBrk="1" latinLnBrk="0" hangingPunct="1">
      <a:defRPr lang="zh-CN" sz="600" kern="1200">
        <a:solidFill>
          <a:schemeClr val="tx1"/>
        </a:solidFill>
        <a:latin typeface="+mn-ea"/>
        <a:ea typeface="+mn-ea"/>
        <a:cs typeface="+mn-cs"/>
      </a:defRPr>
    </a:lvl7pPr>
    <a:lvl8pPr marL="1600200" algn="l" defTabSz="457200" rtl="0" eaLnBrk="1" latinLnBrk="0" hangingPunct="1">
      <a:defRPr lang="zh-CN" sz="600" kern="1200">
        <a:solidFill>
          <a:schemeClr val="tx1"/>
        </a:solidFill>
        <a:latin typeface="+mn-ea"/>
        <a:ea typeface="+mn-ea"/>
        <a:cs typeface="+mn-cs"/>
      </a:defRPr>
    </a:lvl8pPr>
    <a:lvl9pPr marL="1828800" algn="l" defTabSz="457200" rtl="0" eaLnBrk="1" latinLnBrk="0" hangingPunct="1">
      <a:defRPr lang="zh-CN" sz="600" kern="1200">
        <a:solidFill>
          <a:schemeClr val="tx1"/>
        </a:solidFill>
        <a:latin typeface="+mn-ea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30476683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491DB-7D15-134D-7A4B-4002CF1C6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1413495-D941-B9F8-ACB1-B7771ED8B3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77E65A7-655E-C468-9914-B1F09B12FF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35332651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AB5ED-69A3-1A9A-D8FF-955ECBBD5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3AED61B-34D1-6A09-3CA2-80FC898E3A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4A0B840-3933-C8E3-1593-9C500E2CB7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28946179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2C344-E918-B6C0-1AF6-733177494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9B79555-952B-8A3B-1742-4CE42FF1F1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01718F2-2D18-6E3A-F5C7-2B0B15AF2D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8885007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BFB04-E7C6-93E8-5093-F0750579F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71C7C70-7F10-1A82-710A-58EE406204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A28B051-B0FC-166C-1E91-0E511A738F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195869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图像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20" name="任意多边形：形状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</a:lstStyle>
          <a:p>
            <a:pPr lvl="0" rtl="0"/>
            <a:endParaRPr lang="zh-CN" dirty="0">
              <a:solidFill>
                <a:schemeClr val="tx1"/>
              </a:solidFill>
            </a:endParaRPr>
          </a:p>
        </p:txBody>
      </p:sp>
      <p:sp>
        <p:nvSpPr>
          <p:cNvPr id="18" name="任意多边形：形状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</a:lstStyle>
          <a:p>
            <a:pPr lvl="0" rtl="0"/>
            <a:endParaRPr lang="zh-CN" dirty="0">
              <a:solidFill>
                <a:schemeClr val="tx1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rtlCol="0" anchor="ctr" anchorCtr="0">
            <a:noAutofit/>
          </a:bodyPr>
          <a:lstStyle>
            <a:lvl1pPr algn="ctr">
              <a:lnSpc>
                <a:spcPct val="100000"/>
              </a:lnSpc>
              <a:defRPr lang="zh-CN" sz="3600"/>
            </a:lvl1pPr>
          </a:lstStyle>
          <a:p>
            <a:pPr rtl="0"/>
            <a:r>
              <a:rPr lang="zh-CN" b="1" dirty="0"/>
              <a:t>单击此处添加标题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议程​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任意多边形(F)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/>
            </a:p>
          </p:txBody>
        </p:sp>
        <p:sp>
          <p:nvSpPr>
            <p:cNvPr id="8" name="任意多边形(F)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/>
            </a:p>
          </p:txBody>
        </p:sp>
      </p:grpSp>
      <p:grpSp>
        <p:nvGrpSpPr>
          <p:cNvPr id="9" name="组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任意多边形(F)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/>
            </a:p>
          </p:txBody>
        </p:sp>
        <p:sp>
          <p:nvSpPr>
            <p:cNvPr id="11" name="任意多边形(F)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</a:lstStyle>
            <a:p>
              <a:pPr rtl="0"/>
              <a:endParaRPr lang="zh-CN" dirty="0"/>
            </a:p>
          </p:txBody>
        </p:sp>
      </p:grpSp>
      <p:sp>
        <p:nvSpPr>
          <p:cNvPr id="14" name="图像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zh-CN" sz="3600"/>
            </a:lvl1pPr>
          </a:lstStyle>
          <a:p>
            <a:pPr rtl="0"/>
            <a:r>
              <a:rPr lang="zh-CN" b="1" dirty="0"/>
              <a:t>单击此处添加标题</a:t>
            </a:r>
          </a:p>
        </p:txBody>
      </p:sp>
      <p:sp>
        <p:nvSpPr>
          <p:cNvPr id="13" name="内容占位符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lang="zh-CN" sz="2400"/>
            </a:lvl1pPr>
            <a:lvl2pPr marL="347472">
              <a:lnSpc>
                <a:spcPct val="150000"/>
              </a:lnSpc>
              <a:spcBef>
                <a:spcPts val="0"/>
              </a:spcBef>
              <a:defRPr lang="zh-CN" sz="2000"/>
            </a:lvl2pPr>
            <a:lvl3pPr marL="685800">
              <a:lnSpc>
                <a:spcPct val="150000"/>
              </a:lnSpc>
              <a:spcBef>
                <a:spcPts val="0"/>
              </a:spcBef>
              <a:defRPr lang="zh-CN" sz="1800"/>
            </a:lvl3pPr>
          </a:lstStyle>
          <a:p>
            <a:pPr lvl="0" rtl="0"/>
            <a:r>
              <a:rPr lang="zh-CN" dirty="0"/>
              <a:t>单击此处添加文本</a:t>
            </a:r>
          </a:p>
          <a:p>
            <a:pPr lvl="1" rtl="0"/>
            <a:r>
              <a:rPr lang="zh-CN" dirty="0"/>
              <a:t>第二级</a:t>
            </a:r>
          </a:p>
          <a:p>
            <a:pPr lvl="2" rtl="0"/>
            <a:r>
              <a:rPr lang="zh-CN" dirty="0"/>
              <a:t>第三级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zh-CN" sz="1600" b="1">
                <a:latin typeface="+mj-ea"/>
                <a:ea typeface="+mj-ea"/>
              </a:defRPr>
            </a:lvl1pPr>
          </a:lstStyle>
          <a:p>
            <a:pPr rtl="0"/>
            <a:fld id="{48F63A3B-78C7-47BE-AE5E-E10140E04643}" type="slidenum">
              <a:rPr lang="zh-CN" smtClean="0"/>
              <a:pPr/>
              <a:t>‹#›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简介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长方形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zh-CN"/>
            </a:defPPr>
          </a:lstStyle>
          <a:p>
            <a:pPr algn="ctr" rtl="0"/>
            <a:endParaRPr lang="zh-CN" sz="450" dirty="0"/>
          </a:p>
        </p:txBody>
      </p:sp>
      <p:sp>
        <p:nvSpPr>
          <p:cNvPr id="6" name="长方形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</a:lstStyle>
          <a:p>
            <a:pPr algn="ctr" rtl="0"/>
            <a:endParaRPr lang="zh-CN" sz="1600" dirty="0"/>
          </a:p>
        </p:txBody>
      </p:sp>
      <p:grpSp>
        <p:nvGrpSpPr>
          <p:cNvPr id="18" name="组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任意多边形：形状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</a:lstStyle>
            <a:p>
              <a:pPr lvl="0" rtl="0"/>
              <a:endParaRPr lang="zh-CN" dirty="0"/>
            </a:p>
          </p:txBody>
        </p:sp>
        <p:sp>
          <p:nvSpPr>
            <p:cNvPr id="15" name="任意多边形：形状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</a:lstStyle>
            <a:p>
              <a:pPr lvl="0" rtl="0"/>
              <a:endParaRPr lang="zh-CN" dirty="0">
                <a:solidFill>
                  <a:schemeClr val="tx1"/>
                </a:solidFill>
              </a:endParaRPr>
            </a:p>
          </p:txBody>
        </p:sp>
        <p:sp>
          <p:nvSpPr>
            <p:cNvPr id="16" name="图像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 dirty="0"/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rtlCol="0" anchor="ctr">
            <a:noAutofit/>
          </a:bodyPr>
          <a:lstStyle>
            <a:lvl1pPr algn="l">
              <a:lnSpc>
                <a:spcPct val="100000"/>
              </a:lnSpc>
              <a:defRPr lang="zh-CN" sz="3600" b="1"/>
            </a:lvl1pPr>
          </a:lstStyle>
          <a:p>
            <a:pPr rtl="0"/>
            <a:r>
              <a:rPr lang="zh-CN" b="1" dirty="0"/>
              <a:t>单击此处添加标题</a:t>
            </a:r>
          </a:p>
        </p:txBody>
      </p:sp>
      <p:sp>
        <p:nvSpPr>
          <p:cNvPr id="8" name="图片占位符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 rtlCol="0">
            <a:normAutofit/>
          </a:bodyPr>
          <a:lstStyle>
            <a:lvl1pPr marL="0" indent="0">
              <a:buNone/>
              <a:defRPr lang="zh-CN" sz="1800"/>
            </a:lvl1pPr>
          </a:lstStyle>
          <a:p>
            <a:pPr lvl="0" rtl="0"/>
            <a:r>
              <a:rPr lang="zh-CN" dirty="0"/>
              <a:t>单击此处添加图片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长方形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zh-CN"/>
            </a:defPPr>
          </a:lstStyle>
          <a:p>
            <a:pPr algn="ctr" rtl="0"/>
            <a:endParaRPr lang="zh-CN" sz="450" dirty="0"/>
          </a:p>
        </p:txBody>
      </p:sp>
      <p:sp>
        <p:nvSpPr>
          <p:cNvPr id="22" name="长方形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</a:lstStyle>
          <a:p>
            <a:pPr algn="ctr" rtl="0"/>
            <a:endParaRPr lang="zh-CN" sz="1600" dirty="0"/>
          </a:p>
        </p:txBody>
      </p:sp>
      <p:sp>
        <p:nvSpPr>
          <p:cNvPr id="36" name="任意多边形(F)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</a:lstStyle>
          <a:p>
            <a:pPr lvl="0" rtl="0"/>
            <a:endParaRPr lang="zh-CN" dirty="0">
              <a:solidFill>
                <a:schemeClr val="tx1"/>
              </a:solidFill>
            </a:endParaRPr>
          </a:p>
        </p:txBody>
      </p:sp>
      <p:sp>
        <p:nvSpPr>
          <p:cNvPr id="33" name="任意多边形(F)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/>
            </a:defPPr>
          </a:lstStyle>
          <a:p>
            <a:pPr lvl="0" algn="ctr" rtl="0"/>
            <a:endParaRPr lang="zh-CN" dirty="0"/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zh-CN" sz="3600"/>
            </a:lvl1pPr>
          </a:lstStyle>
          <a:p>
            <a:pPr rtl="0"/>
            <a:r>
              <a:rPr lang="zh-CN" b="1" dirty="0"/>
              <a:t>单击此处添加文本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zh-CN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zh-CN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zh-CN" sz="2400"/>
            </a:lvl3pPr>
          </a:lstStyle>
          <a:p>
            <a:pPr lvl="0" rtl="0"/>
            <a:r>
              <a:rPr lang="zh-CN" dirty="0"/>
              <a:t>单击此处添加文本</a:t>
            </a:r>
          </a:p>
          <a:p>
            <a:pPr lvl="1" rtl="0"/>
            <a:r>
              <a:rPr lang="zh-CN" dirty="0"/>
              <a:t>第二级</a:t>
            </a:r>
          </a:p>
          <a:p>
            <a:pPr lvl="2" rtl="0"/>
            <a:r>
              <a:rPr lang="zh-CN" dirty="0"/>
              <a:t>第三级</a:t>
            </a:r>
          </a:p>
        </p:txBody>
      </p:sp>
      <p:sp>
        <p:nvSpPr>
          <p:cNvPr id="52" name="图片占位符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 rtlCol="0">
            <a:normAutofit/>
          </a:bodyPr>
          <a:lstStyle>
            <a:lvl1pPr marL="0" indent="0">
              <a:buNone/>
              <a:defRPr lang="zh-CN" sz="1800"/>
            </a:lvl1pPr>
          </a:lstStyle>
          <a:p>
            <a:pPr lvl="0" rtl="0"/>
            <a:r>
              <a:rPr lang="zh-CN" dirty="0"/>
              <a:t>单击此处添加图片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引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图像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53" name="任意多边形：形状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29" name="任意多边形(F)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31" name="任意多边形(F)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33" name="图像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rtlCol="0" anchor="b" anchorCtr="0">
            <a:noAutofit/>
          </a:bodyPr>
          <a:lstStyle>
            <a:lvl1pPr algn="l">
              <a:lnSpc>
                <a:spcPct val="100000"/>
              </a:lnSpc>
              <a:defRPr lang="zh-CN" sz="3600" b="1">
                <a:latin typeface="+mj-ea"/>
                <a:ea typeface="+mj-ea"/>
                <a:cs typeface="Arial" panose="020B0604020202020204" pitchFamily="34" charset="0"/>
              </a:defRPr>
            </a:lvl1pPr>
          </a:lstStyle>
          <a:p>
            <a:pPr rtl="0"/>
            <a:r>
              <a:rPr lang="zh-CN" b="1" dirty="0"/>
              <a:t>单击此处添加标题</a:t>
            </a:r>
          </a:p>
        </p:txBody>
      </p:sp>
      <p:sp>
        <p:nvSpPr>
          <p:cNvPr id="13" name="内容占位符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zh-CN" sz="1800"/>
            </a:lvl1pPr>
            <a:lvl2pPr>
              <a:spcBef>
                <a:spcPts val="1000"/>
              </a:spcBef>
              <a:defRPr lang="zh-CN" sz="1800"/>
            </a:lvl2pPr>
            <a:lvl3pPr>
              <a:spcBef>
                <a:spcPts val="1000"/>
              </a:spcBef>
              <a:defRPr lang="zh-CN" sz="1800"/>
            </a:lvl3pPr>
            <a:lvl4pPr>
              <a:spcBef>
                <a:spcPts val="1000"/>
              </a:spcBef>
              <a:defRPr lang="zh-CN" sz="1800"/>
            </a:lvl4pPr>
            <a:lvl5pPr>
              <a:spcBef>
                <a:spcPts val="1000"/>
              </a:spcBef>
              <a:defRPr lang="zh-CN" sz="1800"/>
            </a:lvl5pPr>
          </a:lstStyle>
          <a:p>
            <a:pPr lvl="0" rtl="0"/>
            <a:r>
              <a:rPr lang="zh-CN" dirty="0"/>
              <a:t>单击此处添加文本</a:t>
            </a:r>
          </a:p>
          <a:p>
            <a:pPr lvl="1" rtl="0"/>
            <a:r>
              <a:rPr lang="zh-CN" dirty="0"/>
              <a:t>第二级</a:t>
            </a:r>
          </a:p>
          <a:p>
            <a:pPr lvl="2" rtl="0"/>
            <a:r>
              <a:rPr lang="zh-CN" dirty="0"/>
              <a:t>第三级</a:t>
            </a:r>
          </a:p>
          <a:p>
            <a:pPr lvl="3" rtl="0"/>
            <a:r>
              <a:rPr lang="zh-CN" dirty="0"/>
              <a:t>第四级</a:t>
            </a:r>
          </a:p>
          <a:p>
            <a:pPr lvl="4" rtl="0"/>
            <a:r>
              <a:rPr lang="zh-CN" dirty="0"/>
              <a:t>第五级</a:t>
            </a:r>
          </a:p>
        </p:txBody>
      </p:sp>
      <p:sp>
        <p:nvSpPr>
          <p:cNvPr id="18" name="灯片编号占位符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zh-CN" sz="1600" b="1">
                <a:latin typeface="+mj-ea"/>
                <a:ea typeface="+mj-ea"/>
              </a:defRPr>
            </a:lvl1pPr>
          </a:lstStyle>
          <a:p>
            <a:pPr rtl="0"/>
            <a:fld id="{48F63A3B-78C7-47BE-AE5E-E10140E04643}" type="slidenum">
              <a:rPr lang="zh-CN" smtClean="0"/>
              <a:pPr/>
              <a:t>‹#›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比较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zh-CN" sz="3600"/>
            </a:lvl1pPr>
          </a:lstStyle>
          <a:p>
            <a:pPr rtl="0"/>
            <a:r>
              <a:rPr lang="zh-CN" b="1" dirty="0"/>
              <a:t>单击此处添加标题</a:t>
            </a:r>
          </a:p>
        </p:txBody>
      </p:sp>
      <p:sp>
        <p:nvSpPr>
          <p:cNvPr id="11" name="图像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pic>
        <p:nvPicPr>
          <p:cNvPr id="13" name="图像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任意多边形：形状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17" name="图像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pic>
        <p:nvPicPr>
          <p:cNvPr id="19" name="图像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灯片编号占位符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zh-CN" sz="1600" b="1">
                <a:latin typeface="+mj-ea"/>
                <a:ea typeface="+mj-ea"/>
              </a:defRPr>
            </a:lvl1pPr>
          </a:lstStyle>
          <a:p>
            <a:pPr rtl="0"/>
            <a:fld id="{48F63A3B-78C7-47BE-AE5E-E10140E04643}" type="slidenum">
              <a:rPr lang="zh-CN" smtClean="0"/>
              <a:pPr/>
              <a:t>‹#›</a:t>
            </a:fld>
            <a:endParaRPr lang="zh-CN" dirty="0"/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zh-CN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zh-CN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zh-CN" sz="2400"/>
            </a:lvl3pPr>
          </a:lstStyle>
          <a:p>
            <a:pPr lvl="0" rtl="0"/>
            <a:r>
              <a:rPr lang="zh-CN" dirty="0"/>
              <a:t>单击此处添加文本</a:t>
            </a:r>
          </a:p>
          <a:p>
            <a:pPr lvl="1" rtl="0"/>
            <a:r>
              <a:rPr lang="zh-CN" dirty="0"/>
              <a:t>第二级</a:t>
            </a:r>
          </a:p>
          <a:p>
            <a:pPr lvl="2" rtl="0"/>
            <a:r>
              <a:rPr lang="zh-CN" dirty="0"/>
              <a:t>第三级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任意多边形(F)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</a:lstStyle>
          <a:p>
            <a:pPr lvl="0" rtl="0"/>
            <a:endParaRPr lang="zh-CN" dirty="0">
              <a:solidFill>
                <a:schemeClr val="tx1"/>
              </a:solidFill>
            </a:endParaRPr>
          </a:p>
        </p:txBody>
      </p:sp>
      <p:sp>
        <p:nvSpPr>
          <p:cNvPr id="18" name="任意多边形(F)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</a:lstStyle>
          <a:p>
            <a:pPr lvl="0" rtl="0"/>
            <a:endParaRPr lang="zh-CN" dirty="0">
              <a:solidFill>
                <a:schemeClr val="tx1"/>
              </a:solidFill>
            </a:endParaRPr>
          </a:p>
        </p:txBody>
      </p:sp>
      <p:sp>
        <p:nvSpPr>
          <p:cNvPr id="14" name="任意多边形(F)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</a:lstStyle>
          <a:p>
            <a:pPr lvl="0" rtl="0"/>
            <a:endParaRPr lang="zh-CN" dirty="0">
              <a:solidFill>
                <a:schemeClr val="tx1"/>
              </a:solidFill>
            </a:endParaRPr>
          </a:p>
        </p:txBody>
      </p:sp>
      <p:sp>
        <p:nvSpPr>
          <p:cNvPr id="16" name="任意多边形(F)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</a:lstStyle>
          <a:p>
            <a:pPr lvl="0" rtl="0"/>
            <a:endParaRPr lang="zh-CN" dirty="0">
              <a:solidFill>
                <a:schemeClr val="tx1"/>
              </a:solidFill>
            </a:endParaRPr>
          </a:p>
        </p:txBody>
      </p:sp>
      <p:sp>
        <p:nvSpPr>
          <p:cNvPr id="20" name="标题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zh-CN" sz="3600"/>
            </a:lvl1pPr>
          </a:lstStyle>
          <a:p>
            <a:pPr rtl="0"/>
            <a:r>
              <a:rPr lang="zh-CN" b="1" dirty="0"/>
              <a:t>单击此处添加标题</a:t>
            </a:r>
          </a:p>
        </p:txBody>
      </p:sp>
      <p:sp>
        <p:nvSpPr>
          <p:cNvPr id="19" name="灯片编号占位符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zh-CN" sz="1600" b="1">
                <a:latin typeface="+mj-ea"/>
                <a:ea typeface="+mj-ea"/>
              </a:defRPr>
            </a:lvl1pPr>
          </a:lstStyle>
          <a:p>
            <a:pPr rtl="0"/>
            <a:fld id="{48F63A3B-78C7-47BE-AE5E-E10140E04643}" type="slidenum">
              <a:rPr lang="zh-CN" smtClean="0"/>
              <a:pPr/>
              <a:t>‹#›</a:t>
            </a:fld>
            <a:endParaRPr lang="zh-CN" dirty="0"/>
          </a:p>
        </p:txBody>
      </p:sp>
      <p:sp>
        <p:nvSpPr>
          <p:cNvPr id="23" name="内容占位符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zh-CN" sz="1800"/>
            </a:lvl1pPr>
            <a:lvl2pPr marL="283464" indent="-283464">
              <a:spcBef>
                <a:spcPts val="1000"/>
              </a:spcBef>
              <a:defRPr lang="zh-CN" sz="1800"/>
            </a:lvl2pPr>
            <a:lvl3pPr marL="283464" indent="-283464">
              <a:spcBef>
                <a:spcPts val="1000"/>
              </a:spcBef>
              <a:defRPr lang="zh-CN" sz="1800"/>
            </a:lvl3pPr>
            <a:lvl4pPr marL="283464" indent="-283464">
              <a:spcBef>
                <a:spcPts val="1000"/>
              </a:spcBef>
              <a:defRPr lang="zh-CN" sz="1800"/>
            </a:lvl4pPr>
            <a:lvl5pPr marL="283464" indent="-283464">
              <a:spcBef>
                <a:spcPts val="1000"/>
              </a:spcBef>
              <a:defRPr lang="zh-CN" sz="1800"/>
            </a:lvl5pPr>
          </a:lstStyle>
          <a:p>
            <a:pPr lvl="0" rtl="0"/>
            <a:r>
              <a:rPr lang="zh-CN" dirty="0"/>
              <a:t>单击此处添加文本</a:t>
            </a:r>
          </a:p>
          <a:p>
            <a:pPr lvl="1" rtl="0"/>
            <a:r>
              <a:rPr lang="zh-CN" dirty="0"/>
              <a:t>第二级</a:t>
            </a:r>
          </a:p>
          <a:p>
            <a:pPr lvl="2" rtl="0"/>
            <a:r>
              <a:rPr lang="zh-CN" dirty="0"/>
              <a:t>第三级</a:t>
            </a:r>
          </a:p>
          <a:p>
            <a:pPr lvl="3" rtl="0"/>
            <a:r>
              <a:rPr lang="zh-CN" dirty="0"/>
              <a:t>第四级</a:t>
            </a:r>
          </a:p>
          <a:p>
            <a:pPr lvl="4" rtl="0"/>
            <a:r>
              <a:rPr lang="zh-CN" dirty="0"/>
              <a:t>第五级</a:t>
            </a:r>
          </a:p>
        </p:txBody>
      </p:sp>
      <p:sp>
        <p:nvSpPr>
          <p:cNvPr id="25" name="内容占位符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zh-CN" sz="1800"/>
            </a:lvl1pPr>
            <a:lvl2pPr marL="283464" indent="-283464">
              <a:spcBef>
                <a:spcPts val="1000"/>
              </a:spcBef>
              <a:defRPr lang="zh-CN" sz="1800"/>
            </a:lvl2pPr>
            <a:lvl3pPr marL="283464" indent="-283464">
              <a:spcBef>
                <a:spcPts val="1000"/>
              </a:spcBef>
              <a:defRPr lang="zh-CN" sz="1800"/>
            </a:lvl3pPr>
            <a:lvl4pPr marL="283464" indent="-283464">
              <a:spcBef>
                <a:spcPts val="1000"/>
              </a:spcBef>
              <a:defRPr lang="zh-CN" sz="1800"/>
            </a:lvl4pPr>
            <a:lvl5pPr marL="283464" indent="-283464">
              <a:spcBef>
                <a:spcPts val="1000"/>
              </a:spcBef>
              <a:defRPr lang="zh-CN" sz="1800"/>
            </a:lvl5pPr>
          </a:lstStyle>
          <a:p>
            <a:pPr lvl="0" rtl="0"/>
            <a:r>
              <a:rPr lang="zh-CN" dirty="0"/>
              <a:t>单击此处添加文本</a:t>
            </a:r>
          </a:p>
          <a:p>
            <a:pPr lvl="1" rtl="0"/>
            <a:r>
              <a:rPr lang="zh-CN" dirty="0"/>
              <a:t>第二级</a:t>
            </a:r>
          </a:p>
          <a:p>
            <a:pPr lvl="2" rtl="0"/>
            <a:r>
              <a:rPr lang="zh-CN" dirty="0"/>
              <a:t>第三级</a:t>
            </a:r>
          </a:p>
          <a:p>
            <a:pPr lvl="3" rtl="0"/>
            <a:r>
              <a:rPr lang="zh-CN" dirty="0"/>
              <a:t>第四级</a:t>
            </a:r>
          </a:p>
          <a:p>
            <a:pPr lvl="4" rtl="0"/>
            <a:r>
              <a:rPr lang="zh-CN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日程表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长方形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zh-CN"/>
            </a:defPPr>
          </a:lstStyle>
          <a:p>
            <a:pPr algn="ctr" rtl="0"/>
            <a:endParaRPr lang="zh-CN" sz="450" dirty="0"/>
          </a:p>
        </p:txBody>
      </p:sp>
      <p:sp>
        <p:nvSpPr>
          <p:cNvPr id="34" name="长方形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</a:lstStyle>
          <a:p>
            <a:pPr algn="ctr" rtl="0"/>
            <a:endParaRPr lang="zh-CN" sz="1600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 rtlCol="0"/>
          <a:lstStyle>
            <a:lvl1pPr algn="l">
              <a:lnSpc>
                <a:spcPct val="100000"/>
              </a:lnSpc>
              <a:defRPr lang="zh-CN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zh-CN" b="1" dirty="0"/>
              <a:t>单击此处添加标题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 rtlCol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lang="zh-CN"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lang="zh-CN"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lang="zh-CN"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lang="zh-CN" sz="1800"/>
            </a:lvl4pPr>
            <a:lvl5pPr indent="-283464">
              <a:spcBef>
                <a:spcPts val="1000"/>
              </a:spcBef>
              <a:defRPr lang="zh-CN" sz="1800"/>
            </a:lvl5pPr>
          </a:lstStyle>
          <a:p>
            <a:pPr lvl="0" rtl="0"/>
            <a:r>
              <a:rPr lang="zh-CN" dirty="0"/>
              <a:t>单击此处添加文本</a:t>
            </a:r>
          </a:p>
          <a:p>
            <a:pPr lvl="1" rtl="0"/>
            <a:r>
              <a:rPr lang="zh-CN" dirty="0"/>
              <a:t>第二级</a:t>
            </a:r>
          </a:p>
          <a:p>
            <a:pPr lvl="2" rtl="0"/>
            <a:r>
              <a:rPr lang="zh-CN" dirty="0"/>
              <a:t>第三级</a:t>
            </a:r>
          </a:p>
          <a:p>
            <a:pPr lvl="3" rtl="0"/>
            <a:r>
              <a:rPr lang="zh-CN" dirty="0"/>
              <a:t>第四级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zh-CN" sz="1800"/>
            </a:lvl1pPr>
            <a:lvl2pPr indent="-283464">
              <a:spcBef>
                <a:spcPts val="1000"/>
              </a:spcBef>
              <a:defRPr lang="zh-CN" sz="1800"/>
            </a:lvl2pPr>
            <a:lvl3pPr indent="-283464">
              <a:spcBef>
                <a:spcPts val="1000"/>
              </a:spcBef>
              <a:defRPr lang="zh-CN" sz="1800"/>
            </a:lvl3pPr>
            <a:lvl4pPr indent="-283464">
              <a:spcBef>
                <a:spcPts val="1000"/>
              </a:spcBef>
              <a:defRPr lang="zh-CN" sz="1800"/>
            </a:lvl4pPr>
            <a:lvl5pPr indent="-283464">
              <a:spcBef>
                <a:spcPts val="1000"/>
              </a:spcBef>
              <a:defRPr lang="zh-CN" sz="1800"/>
            </a:lvl5pPr>
          </a:lstStyle>
          <a:p>
            <a:pPr lvl="0" rtl="0"/>
            <a:r>
              <a:rPr lang="zh-CN" dirty="0"/>
              <a:t>单击此处添加文本</a:t>
            </a:r>
          </a:p>
          <a:p>
            <a:pPr lvl="1" rtl="0"/>
            <a:r>
              <a:rPr lang="zh-CN" dirty="0"/>
              <a:t>第二级</a:t>
            </a:r>
          </a:p>
          <a:p>
            <a:pPr lvl="2" rtl="0"/>
            <a:r>
              <a:rPr lang="zh-CN" dirty="0"/>
              <a:t>第三级</a:t>
            </a:r>
          </a:p>
          <a:p>
            <a:pPr lvl="3" rtl="0"/>
            <a:r>
              <a:rPr lang="zh-CN" dirty="0"/>
              <a:t>第四级</a:t>
            </a:r>
          </a:p>
          <a:p>
            <a:pPr lvl="4" rtl="0"/>
            <a:r>
              <a:rPr lang="zh-CN" dirty="0"/>
              <a:t>第五级</a:t>
            </a:r>
          </a:p>
        </p:txBody>
      </p:sp>
      <p:sp>
        <p:nvSpPr>
          <p:cNvPr id="31" name="图片占位符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rtlCol="0">
            <a:noAutofit/>
          </a:bodyPr>
          <a:lstStyle>
            <a:lvl1pPr marL="0" indent="0">
              <a:buNone/>
              <a:defRPr lang="zh-CN" sz="1800"/>
            </a:lvl1pPr>
          </a:lstStyle>
          <a:p>
            <a:pPr lvl="0" rtl="0"/>
            <a:r>
              <a:rPr lang="zh-CN" dirty="0"/>
              <a:t>单击此处添加图片</a:t>
            </a:r>
          </a:p>
        </p:txBody>
      </p:sp>
      <p:grpSp>
        <p:nvGrpSpPr>
          <p:cNvPr id="32" name="组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任意多边形：形状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</a:lstStyle>
            <a:p>
              <a:pPr lvl="0" rtl="0"/>
              <a:endParaRPr lang="zh-CN" dirty="0"/>
            </a:p>
          </p:txBody>
        </p:sp>
        <p:sp>
          <p:nvSpPr>
            <p:cNvPr id="21" name="任意多边形：形状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</a:lstStyle>
            <a:p>
              <a:pPr lvl="0" rtl="0"/>
              <a:endParaRPr lang="zh-CN" dirty="0">
                <a:solidFill>
                  <a:schemeClr val="tx1"/>
                </a:solidFill>
              </a:endParaRPr>
            </a:p>
          </p:txBody>
        </p:sp>
        <p:sp>
          <p:nvSpPr>
            <p:cNvPr id="22" name="任意多边形：形状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</a:lstStyle>
            <a:p>
              <a:pPr lvl="0" rtl="0"/>
              <a:endParaRPr lang="zh-CN" dirty="0">
                <a:solidFill>
                  <a:schemeClr val="tx1"/>
                </a:solidFill>
              </a:endParaRPr>
            </a:p>
          </p:txBody>
        </p:sp>
        <p:sp>
          <p:nvSpPr>
            <p:cNvPr id="23" name="图像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</a:lstStyle>
            <a:p>
              <a:pPr rtl="0"/>
              <a:endParaRPr lang="zh-CN" dirty="0"/>
            </a:p>
          </p:txBody>
        </p:sp>
      </p:grpSp>
      <p:sp>
        <p:nvSpPr>
          <p:cNvPr id="44" name="灯片编号占位符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zh-CN" sz="1600" b="1">
                <a:latin typeface="+mj-ea"/>
                <a:ea typeface="+mj-ea"/>
              </a:defRPr>
            </a:lvl1pPr>
          </a:lstStyle>
          <a:p>
            <a:pPr rtl="0"/>
            <a:fld id="{48F63A3B-78C7-47BE-AE5E-E10140E04643}" type="slidenum">
              <a:rPr lang="zh-CN" smtClean="0"/>
              <a:pPr/>
              <a:t>‹#›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汇总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任意多边形(F)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26" name="图像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14" name="任意多边形(F)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pic>
        <p:nvPicPr>
          <p:cNvPr id="21" name="图像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任意多边形(F)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zh-CN" sz="3600" b="1"/>
            </a:lvl1pPr>
          </a:lstStyle>
          <a:p>
            <a:pPr rtl="0"/>
            <a:r>
              <a:rPr lang="zh-CN" altLang="en-US" b="1"/>
              <a:t>单击此处编辑母版标题样式</a:t>
            </a:r>
            <a:endParaRPr lang="zh-CN" b="1" dirty="0"/>
          </a:p>
        </p:txBody>
      </p:sp>
      <p:sp>
        <p:nvSpPr>
          <p:cNvPr id="30" name="内容占位符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zh-CN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zh-CN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zh-CN" sz="2400"/>
            </a:lvl3pPr>
          </a:lstStyle>
          <a:p>
            <a:pPr lvl="0" rtl="0"/>
            <a:r>
              <a:rPr lang="zh-CN" dirty="0"/>
              <a:t>单击此处添加文本</a:t>
            </a:r>
          </a:p>
          <a:p>
            <a:pPr lvl="1" rtl="0"/>
            <a:r>
              <a:rPr lang="zh-CN" dirty="0"/>
              <a:t>第二级</a:t>
            </a:r>
          </a:p>
          <a:p>
            <a:pPr lvl="2" rtl="0"/>
            <a:r>
              <a:rPr lang="zh-CN" dirty="0"/>
              <a:t>第三级</a:t>
            </a:r>
          </a:p>
        </p:txBody>
      </p:sp>
      <p:sp>
        <p:nvSpPr>
          <p:cNvPr id="10" name="图片占位符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 rtlCol="0">
            <a:normAutofit/>
          </a:bodyPr>
          <a:lstStyle>
            <a:lvl1pPr marL="0" indent="0">
              <a:buNone/>
              <a:defRPr lang="zh-CN" sz="1800"/>
            </a:lvl1pPr>
          </a:lstStyle>
          <a:p>
            <a:pPr rtl="0"/>
            <a:r>
              <a:rPr lang="zh-CN" altLang="en-US"/>
              <a:t>单击图标添加图片</a:t>
            </a:r>
            <a:endParaRPr lang="zh-CN" dirty="0"/>
          </a:p>
        </p:txBody>
      </p:sp>
      <p:sp>
        <p:nvSpPr>
          <p:cNvPr id="20" name="灯片编号占位符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zh-CN" sz="1600" b="1">
                <a:latin typeface="+mj-ea"/>
                <a:ea typeface="+mj-ea"/>
              </a:defRPr>
            </a:lvl1pPr>
          </a:lstStyle>
          <a:p>
            <a:pPr rtl="0"/>
            <a:fld id="{48F63A3B-78C7-47BE-AE5E-E10140E04643}" type="slidenum">
              <a:rPr lang="zh-CN" smtClean="0"/>
              <a:pPr/>
              <a:t>‹#›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日程表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任意多边形(F)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</a:lstStyle>
          <a:p>
            <a:pPr lvl="0" rtl="0"/>
            <a:endParaRPr lang="zh-CN" dirty="0"/>
          </a:p>
        </p:txBody>
      </p:sp>
      <p:sp>
        <p:nvSpPr>
          <p:cNvPr id="10" name="任意多边形(F)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</a:lstStyle>
          <a:p>
            <a:pPr lvl="0" rtl="0"/>
            <a:endParaRPr lang="zh-CN" dirty="0">
              <a:solidFill>
                <a:schemeClr val="tx1"/>
              </a:solidFill>
            </a:endParaRPr>
          </a:p>
        </p:txBody>
      </p:sp>
      <p:sp>
        <p:nvSpPr>
          <p:cNvPr id="30" name="图像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 rtlCol="0"/>
          <a:lstStyle>
            <a:lvl1pPr algn="l">
              <a:lnSpc>
                <a:spcPct val="100000"/>
              </a:lnSpc>
              <a:defRPr lang="zh-CN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zh-CN" b="1" dirty="0"/>
              <a:t>单击此处添加标题</a:t>
            </a:r>
          </a:p>
        </p:txBody>
      </p:sp>
      <p:sp>
        <p:nvSpPr>
          <p:cNvPr id="4" name="文本占位符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rtlCol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zh-CN" sz="1800"/>
            </a:lvl1pPr>
          </a:lstStyle>
          <a:p>
            <a:pPr rtl="0"/>
            <a:r>
              <a:rPr lang="zh-CN" dirty="0"/>
              <a:t>单击此处添加副标题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 rtlCol="0">
            <a:normAutofit/>
          </a:bodyPr>
          <a:lstStyle>
            <a:lvl1pPr>
              <a:defRPr lang="zh-CN" sz="1800"/>
            </a:lvl1pPr>
            <a:lvl2pPr>
              <a:defRPr lang="zh-CN" sz="1800"/>
            </a:lvl2pPr>
            <a:lvl3pPr>
              <a:defRPr lang="zh-CN" sz="1800"/>
            </a:lvl3pPr>
            <a:lvl4pPr>
              <a:defRPr lang="zh-CN" sz="1800"/>
            </a:lvl4pPr>
            <a:lvl5pPr>
              <a:defRPr lang="zh-CN" sz="1800"/>
            </a:lvl5pPr>
          </a:lstStyle>
          <a:p>
            <a:pPr lvl="0" rtl="0"/>
            <a:r>
              <a:rPr lang="zh-CN" dirty="0"/>
              <a:t>单击此处添加文本</a:t>
            </a:r>
          </a:p>
          <a:p>
            <a:pPr lvl="1" rtl="0"/>
            <a:r>
              <a:rPr lang="zh-CN" dirty="0"/>
              <a:t>第二级</a:t>
            </a:r>
          </a:p>
          <a:p>
            <a:pPr lvl="2" rtl="0"/>
            <a:r>
              <a:rPr lang="zh-CN" dirty="0"/>
              <a:t>第三级</a:t>
            </a:r>
          </a:p>
          <a:p>
            <a:pPr lvl="3" rtl="0"/>
            <a:r>
              <a:rPr lang="zh-CN" dirty="0"/>
              <a:t>第四级</a:t>
            </a:r>
          </a:p>
          <a:p>
            <a:pPr lvl="4" rtl="0"/>
            <a:r>
              <a:rPr lang="zh-CN" dirty="0"/>
              <a:t>第五级</a:t>
            </a:r>
          </a:p>
        </p:txBody>
      </p:sp>
      <p:sp>
        <p:nvSpPr>
          <p:cNvPr id="20" name="灯片编号占位符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zh-CN" sz="1600" b="1">
                <a:latin typeface="+mj-ea"/>
                <a:ea typeface="+mj-ea"/>
              </a:defRPr>
            </a:lvl1pPr>
          </a:lstStyle>
          <a:p>
            <a:pPr rtl="0"/>
            <a:fld id="{48F63A3B-78C7-47BE-AE5E-E10140E04643}" type="slidenum">
              <a:rPr lang="zh-CN" smtClean="0"/>
              <a:pPr/>
              <a:t>‹#›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汇总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形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zh-CN" sz="3600" b="1"/>
            </a:lvl1pPr>
          </a:lstStyle>
          <a:p>
            <a:pPr rtl="0"/>
            <a:r>
              <a:rPr lang="zh-CN" b="1" dirty="0"/>
              <a:t>单击此处添加标题</a:t>
            </a:r>
          </a:p>
        </p:txBody>
      </p:sp>
      <p:sp>
        <p:nvSpPr>
          <p:cNvPr id="49" name="任意多边形(F)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16" name="内容占位符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zh-CN" sz="1800"/>
            </a:lvl1pPr>
            <a:lvl2pPr>
              <a:spcBef>
                <a:spcPts val="1000"/>
              </a:spcBef>
              <a:defRPr lang="zh-CN" sz="1800"/>
            </a:lvl2pPr>
            <a:lvl3pPr>
              <a:spcBef>
                <a:spcPts val="1000"/>
              </a:spcBef>
              <a:defRPr lang="zh-CN" sz="1800"/>
            </a:lvl3pPr>
            <a:lvl4pPr>
              <a:spcBef>
                <a:spcPts val="1000"/>
              </a:spcBef>
              <a:defRPr lang="zh-CN" sz="1800"/>
            </a:lvl4pPr>
            <a:lvl5pPr>
              <a:spcBef>
                <a:spcPts val="1000"/>
              </a:spcBef>
              <a:defRPr lang="zh-CN" sz="1800"/>
            </a:lvl5pPr>
          </a:lstStyle>
          <a:p>
            <a:pPr lvl="0" rtl="0"/>
            <a:r>
              <a:rPr lang="zh-CN" dirty="0"/>
              <a:t>单击此处添加文本</a:t>
            </a:r>
          </a:p>
          <a:p>
            <a:pPr lvl="1" rtl="0"/>
            <a:r>
              <a:rPr lang="zh-CN" dirty="0"/>
              <a:t>第二级</a:t>
            </a:r>
          </a:p>
          <a:p>
            <a:pPr lvl="2" rtl="0"/>
            <a:r>
              <a:rPr lang="zh-CN" dirty="0"/>
              <a:t>第三级</a:t>
            </a:r>
          </a:p>
          <a:p>
            <a:pPr lvl="3" rtl="0"/>
            <a:r>
              <a:rPr lang="zh-CN" dirty="0"/>
              <a:t>第四级</a:t>
            </a:r>
          </a:p>
          <a:p>
            <a:pPr lvl="4" rtl="0"/>
            <a:r>
              <a:rPr lang="zh-CN" dirty="0"/>
              <a:t>第五级</a:t>
            </a:r>
          </a:p>
        </p:txBody>
      </p:sp>
      <p:sp>
        <p:nvSpPr>
          <p:cNvPr id="18" name="内容占位符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zh-CN" sz="1800"/>
            </a:lvl1pPr>
            <a:lvl2pPr>
              <a:spcBef>
                <a:spcPts val="1000"/>
              </a:spcBef>
              <a:defRPr lang="zh-CN" sz="1800"/>
            </a:lvl2pPr>
            <a:lvl3pPr>
              <a:spcBef>
                <a:spcPts val="1000"/>
              </a:spcBef>
              <a:defRPr lang="zh-CN" sz="1800"/>
            </a:lvl3pPr>
            <a:lvl4pPr>
              <a:spcBef>
                <a:spcPts val="1000"/>
              </a:spcBef>
              <a:defRPr lang="zh-CN" sz="1800"/>
            </a:lvl4pPr>
            <a:lvl5pPr>
              <a:spcBef>
                <a:spcPts val="1000"/>
              </a:spcBef>
              <a:defRPr lang="zh-CN" sz="1800"/>
            </a:lvl5pPr>
          </a:lstStyle>
          <a:p>
            <a:pPr lvl="0" rtl="0"/>
            <a:r>
              <a:rPr lang="zh-CN" dirty="0"/>
              <a:t>单击此处添加文本</a:t>
            </a:r>
          </a:p>
          <a:p>
            <a:pPr lvl="1" rtl="0"/>
            <a:r>
              <a:rPr lang="zh-CN" dirty="0"/>
              <a:t>第二级</a:t>
            </a:r>
          </a:p>
          <a:p>
            <a:pPr lvl="2" rtl="0"/>
            <a:r>
              <a:rPr lang="zh-CN" dirty="0"/>
              <a:t>第三级</a:t>
            </a:r>
          </a:p>
          <a:p>
            <a:pPr lvl="3" rtl="0"/>
            <a:r>
              <a:rPr lang="zh-CN" dirty="0"/>
              <a:t>第四级</a:t>
            </a:r>
          </a:p>
          <a:p>
            <a:pPr lvl="4" rtl="0"/>
            <a:r>
              <a:rPr lang="zh-CN" dirty="0"/>
              <a:t>第五级</a:t>
            </a:r>
          </a:p>
        </p:txBody>
      </p:sp>
      <p:sp>
        <p:nvSpPr>
          <p:cNvPr id="27" name="灯片编号占位符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zh-CN" sz="1600" b="1">
                <a:latin typeface="+mj-ea"/>
                <a:ea typeface="+mj-ea"/>
              </a:defRPr>
            </a:lvl1pPr>
          </a:lstStyle>
          <a:p>
            <a:pPr rtl="0"/>
            <a:fld id="{48F63A3B-78C7-47BE-AE5E-E10140E04643}" type="slidenum">
              <a:rPr lang="zh-CN" smtClean="0"/>
              <a:pPr/>
              <a:t>‹#›</a:t>
            </a:fld>
            <a:endParaRPr lang="zh-CN" dirty="0"/>
          </a:p>
        </p:txBody>
      </p:sp>
      <p:pic>
        <p:nvPicPr>
          <p:cNvPr id="43" name="图形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图形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图像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日程表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长方形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zh-CN"/>
            </a:defPPr>
          </a:lstStyle>
          <a:p>
            <a:pPr algn="ctr" rtl="0"/>
            <a:endParaRPr lang="zh-CN" sz="450" dirty="0"/>
          </a:p>
        </p:txBody>
      </p:sp>
      <p:sp>
        <p:nvSpPr>
          <p:cNvPr id="34" name="长方形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</a:lstStyle>
          <a:p>
            <a:pPr algn="ctr" rtl="0"/>
            <a:endParaRPr lang="zh-CN" sz="1600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 rtlCol="0"/>
          <a:lstStyle>
            <a:lvl1pPr algn="ctr">
              <a:lnSpc>
                <a:spcPct val="100000"/>
              </a:lnSpc>
              <a:defRPr lang="zh-CN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zh-CN" b="1" dirty="0"/>
              <a:t>单击此处添加标题</a:t>
            </a:r>
          </a:p>
        </p:txBody>
      </p:sp>
      <p:sp>
        <p:nvSpPr>
          <p:cNvPr id="14" name="内容占位符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 rtlCol="0">
            <a:normAutofit/>
          </a:bodyPr>
          <a:lstStyle>
            <a:lvl1pPr>
              <a:spcBef>
                <a:spcPts val="1000"/>
              </a:spcBef>
              <a:defRPr lang="zh-CN" sz="1800"/>
            </a:lvl1pPr>
            <a:lvl2pPr>
              <a:spcBef>
                <a:spcPts val="1000"/>
              </a:spcBef>
              <a:defRPr lang="zh-CN" sz="1800"/>
            </a:lvl2pPr>
            <a:lvl3pPr>
              <a:spcBef>
                <a:spcPts val="1000"/>
              </a:spcBef>
              <a:defRPr lang="zh-CN" sz="1800"/>
            </a:lvl3pPr>
            <a:lvl4pPr>
              <a:spcBef>
                <a:spcPts val="1000"/>
              </a:spcBef>
              <a:defRPr lang="zh-CN" sz="1800"/>
            </a:lvl4pPr>
            <a:lvl5pPr>
              <a:spcBef>
                <a:spcPts val="1000"/>
              </a:spcBef>
              <a:defRPr lang="zh-CN" sz="1800"/>
            </a:lvl5pPr>
          </a:lstStyle>
          <a:p>
            <a:pPr lvl="0" rtl="0"/>
            <a:r>
              <a:rPr lang="zh-CN" dirty="0"/>
              <a:t>单击此处添加文本</a:t>
            </a:r>
          </a:p>
          <a:p>
            <a:pPr lvl="1" rtl="0"/>
            <a:r>
              <a:rPr lang="zh-CN" dirty="0"/>
              <a:t>第二级</a:t>
            </a:r>
          </a:p>
          <a:p>
            <a:pPr lvl="2" rtl="0"/>
            <a:r>
              <a:rPr lang="zh-CN" dirty="0"/>
              <a:t>第三级</a:t>
            </a:r>
          </a:p>
          <a:p>
            <a:pPr lvl="3" rtl="0"/>
            <a:r>
              <a:rPr lang="zh-CN" dirty="0"/>
              <a:t>第四级</a:t>
            </a:r>
          </a:p>
          <a:p>
            <a:pPr lvl="4" rtl="0"/>
            <a:r>
              <a:rPr lang="zh-CN" dirty="0"/>
              <a:t>第五级</a:t>
            </a:r>
          </a:p>
        </p:txBody>
      </p:sp>
      <p:sp>
        <p:nvSpPr>
          <p:cNvPr id="16" name="灯片编号占位符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zh-CN" sz="1600" b="1">
                <a:latin typeface="+mj-ea"/>
                <a:ea typeface="+mj-ea"/>
              </a:defRPr>
            </a:lvl1pPr>
          </a:lstStyle>
          <a:p>
            <a:pPr rtl="0"/>
            <a:fld id="{48F63A3B-78C7-47BE-AE5E-E10140E04643}" type="slidenum">
              <a:rPr lang="zh-CN" smtClean="0"/>
              <a:pPr/>
              <a:t>‹#›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语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任意多边形：形状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</a:lstStyle>
          <a:p>
            <a:pPr lvl="0" rtl="0"/>
            <a:endParaRPr lang="zh-CN" dirty="0">
              <a:solidFill>
                <a:schemeClr val="tx1"/>
              </a:solidFill>
            </a:endParaRPr>
          </a:p>
        </p:txBody>
      </p:sp>
      <p:sp>
        <p:nvSpPr>
          <p:cNvPr id="19" name="任意多边形：形状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pic>
        <p:nvPicPr>
          <p:cNvPr id="9" name="图像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rtlCol="0" anchor="b" anchorCtr="0">
            <a:noAutofit/>
          </a:bodyPr>
          <a:lstStyle>
            <a:lvl1pPr algn="l">
              <a:lnSpc>
                <a:spcPct val="100000"/>
              </a:lnSpc>
              <a:defRPr lang="zh-CN" sz="3600"/>
            </a:lvl1pPr>
          </a:lstStyle>
          <a:p>
            <a:pPr rtl="0"/>
            <a:r>
              <a:rPr lang="zh-CN" b="1" dirty="0"/>
              <a:t>单击此处添加标题</a:t>
            </a:r>
          </a:p>
        </p:txBody>
      </p:sp>
      <p:sp>
        <p:nvSpPr>
          <p:cNvPr id="6" name="副标题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rtlCol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lang="zh-CN" sz="2400"/>
            </a:lvl1pPr>
            <a:lvl2pPr marL="457200" indent="0" algn="ctr">
              <a:buNone/>
              <a:defRPr lang="zh-CN" sz="2000"/>
            </a:lvl2pPr>
            <a:lvl3pPr marL="914400" indent="0" algn="ctr">
              <a:buNone/>
              <a:defRPr lang="zh-CN" sz="1800"/>
            </a:lvl3pPr>
            <a:lvl4pPr marL="1371600" indent="0" algn="ctr">
              <a:buNone/>
              <a:defRPr lang="zh-CN" sz="1600"/>
            </a:lvl4pPr>
            <a:lvl5pPr marL="1828800" indent="0" algn="ctr">
              <a:buNone/>
              <a:defRPr lang="zh-CN" sz="1600"/>
            </a:lvl5pPr>
            <a:lvl6pPr marL="2286000" indent="0" algn="ctr">
              <a:buNone/>
              <a:defRPr lang="zh-CN" sz="1600"/>
            </a:lvl6pPr>
            <a:lvl7pPr marL="2743200" indent="0" algn="ctr">
              <a:buNone/>
              <a:defRPr lang="zh-CN" sz="1600"/>
            </a:lvl7pPr>
            <a:lvl8pPr marL="3200400" indent="0" algn="ctr">
              <a:buNone/>
              <a:defRPr lang="zh-CN" sz="1600"/>
            </a:lvl8pPr>
            <a:lvl9pPr marL="3657600" indent="0" algn="ctr">
              <a:buNone/>
              <a:defRPr lang="zh-CN" sz="1600"/>
            </a:lvl9pPr>
          </a:lstStyle>
          <a:p>
            <a:pPr rtl="0"/>
            <a:r>
              <a:rPr lang="zh-CN" dirty="0"/>
              <a:t>单击此处添加副标题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：形状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</a:lstStyle>
          <a:p>
            <a:pPr lvl="0" rtl="0"/>
            <a:endParaRPr lang="zh-CN" dirty="0">
              <a:solidFill>
                <a:schemeClr val="tx1"/>
              </a:solidFill>
            </a:endParaRPr>
          </a:p>
        </p:txBody>
      </p:sp>
      <p:sp>
        <p:nvSpPr>
          <p:cNvPr id="9" name="任意多边形：形状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</a:lstStyle>
          <a:p>
            <a:pPr lvl="0" rtl="0"/>
            <a:endParaRPr lang="zh-CN" dirty="0">
              <a:solidFill>
                <a:schemeClr val="tx1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 rtlCol="0" anchor="ctr" anchorCtr="0"/>
          <a:lstStyle>
            <a:defPPr>
              <a:defRPr lang="zh-CN"/>
            </a:defPPr>
          </a:lstStyle>
          <a:p>
            <a:pPr rtl="0"/>
            <a:r>
              <a:rPr lang="zh-CN" b="1" dirty="0"/>
              <a:t>单击此处添加标题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zh-CN">
                <a:latin typeface="+mn-ea"/>
                <a:ea typeface="+mn-ea"/>
              </a:defRPr>
            </a:lvl1pPr>
          </a:lstStyle>
          <a:p>
            <a:pPr rtl="0"/>
            <a:fld id="{48F63A3B-78C7-47BE-AE5E-E10140E04643}" type="slidenum">
              <a:rPr lang="zh-CN" smtClean="0"/>
              <a:pPr/>
              <a:t>‹#›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：形状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</a:lstStyle>
          <a:p>
            <a:pPr lvl="0" rtl="0"/>
            <a:endParaRPr lang="zh-CN" dirty="0">
              <a:solidFill>
                <a:schemeClr val="tx1"/>
              </a:solidFill>
            </a:endParaRPr>
          </a:p>
        </p:txBody>
      </p:sp>
      <p:sp>
        <p:nvSpPr>
          <p:cNvPr id="8" name="任意多边形：形状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</a:lstStyle>
          <a:p>
            <a:pPr lvl="0" rtl="0"/>
            <a:endParaRPr lang="zh-CN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zh-CN">
                <a:latin typeface="+mn-ea"/>
                <a:ea typeface="+mn-ea"/>
              </a:defRPr>
            </a:lvl1pPr>
          </a:lstStyle>
          <a:p>
            <a:pPr rtl="0"/>
            <a:fld id="{48F63A3B-78C7-47BE-AE5E-E10140E04643}" type="slidenum">
              <a:rPr lang="zh-CN" smtClean="0"/>
              <a:pPr/>
              <a:t>‹#›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带标题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任意多边形：形状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</a:lstStyle>
          <a:p>
            <a:pPr lvl="0" rtl="0"/>
            <a:endParaRPr lang="zh-CN" dirty="0">
              <a:solidFill>
                <a:schemeClr val="tx1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rtlCol="0" anchor="b"/>
          <a:lstStyle>
            <a:lvl1pPr>
              <a:lnSpc>
                <a:spcPct val="100000"/>
              </a:lnSpc>
              <a:defRPr lang="zh-CN" sz="3200"/>
            </a:lvl1pPr>
          </a:lstStyle>
          <a:p>
            <a:pPr rtl="0"/>
            <a:r>
              <a:rPr lang="zh-CN" b="1" dirty="0"/>
              <a:t>单击此处添加标题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zh-CN">
                <a:latin typeface="+mn-ea"/>
                <a:ea typeface="+mn-ea"/>
              </a:defRPr>
            </a:lvl1pPr>
          </a:lstStyle>
          <a:p>
            <a:pPr rtl="0"/>
            <a:fld id="{48F63A3B-78C7-47BE-AE5E-E10140E04643}" type="slidenum">
              <a:rPr lang="zh-CN" smtClean="0"/>
              <a:pPr/>
              <a:t>‹#›</a:t>
            </a:fld>
            <a:endParaRPr 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 rtlCol="0"/>
          <a:lstStyle>
            <a:lvl1pPr marL="0" indent="0">
              <a:buNone/>
              <a:defRPr lang="zh-CN" sz="1600"/>
            </a:lvl1pPr>
            <a:lvl2pPr marL="457200" indent="0">
              <a:buNone/>
              <a:defRPr lang="zh-CN" sz="1400"/>
            </a:lvl2pPr>
            <a:lvl3pPr marL="914400" indent="0">
              <a:buNone/>
              <a:defRPr lang="zh-CN" sz="1200"/>
            </a:lvl3pPr>
            <a:lvl4pPr marL="1371600" indent="0">
              <a:buNone/>
              <a:defRPr lang="zh-CN" sz="1000"/>
            </a:lvl4pPr>
            <a:lvl5pPr marL="1828800" indent="0">
              <a:buNone/>
              <a:defRPr lang="zh-CN" sz="1000"/>
            </a:lvl5pPr>
            <a:lvl6pPr marL="2286000" indent="0">
              <a:buNone/>
              <a:defRPr lang="zh-CN" sz="1000"/>
            </a:lvl6pPr>
            <a:lvl7pPr marL="2743200" indent="0">
              <a:buNone/>
              <a:defRPr lang="zh-CN" sz="1000"/>
            </a:lvl7pPr>
            <a:lvl8pPr marL="3200400" indent="0">
              <a:buNone/>
              <a:defRPr lang="zh-CN" sz="1000"/>
            </a:lvl8pPr>
            <a:lvl9pPr marL="3657600" indent="0">
              <a:buNone/>
              <a:defRPr lang="zh-CN" sz="1000"/>
            </a:lvl9pPr>
          </a:lstStyle>
          <a:p>
            <a:pPr lvl="0" rtl="0"/>
            <a:r>
              <a:rPr lang="zh-CN" dirty="0"/>
              <a:t>单击此处添加文本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 rtlCol="0"/>
          <a:lstStyle>
            <a:lvl1pPr>
              <a:defRPr lang="zh-CN" sz="3200"/>
            </a:lvl1pPr>
            <a:lvl2pPr>
              <a:defRPr lang="zh-CN" sz="2800"/>
            </a:lvl2pPr>
            <a:lvl3pPr>
              <a:defRPr lang="zh-CN" sz="2400"/>
            </a:lvl3pPr>
            <a:lvl4pPr>
              <a:defRPr lang="zh-CN" sz="2000"/>
            </a:lvl4pPr>
            <a:lvl5pPr>
              <a:defRPr lang="zh-CN" sz="2000"/>
            </a:lvl5pPr>
            <a:lvl6pPr>
              <a:defRPr lang="zh-CN" sz="2000"/>
            </a:lvl6pPr>
            <a:lvl7pPr>
              <a:defRPr lang="zh-CN" sz="2000"/>
            </a:lvl7pPr>
            <a:lvl8pPr>
              <a:defRPr lang="zh-CN" sz="2000"/>
            </a:lvl8pPr>
            <a:lvl9pPr>
              <a:defRPr lang="zh-CN" sz="2000"/>
            </a:lvl9pPr>
          </a:lstStyle>
          <a:p>
            <a:pPr lvl="0" rtl="0"/>
            <a:r>
              <a:rPr lang="zh-CN" dirty="0"/>
              <a:t>单击此处添加文本</a:t>
            </a:r>
          </a:p>
          <a:p>
            <a:pPr lvl="1" rtl="0"/>
            <a:r>
              <a:rPr lang="zh-CN" dirty="0"/>
              <a:t>第二级</a:t>
            </a:r>
          </a:p>
          <a:p>
            <a:pPr lvl="2" rtl="0"/>
            <a:r>
              <a:rPr lang="zh-CN" dirty="0"/>
              <a:t>第三级</a:t>
            </a:r>
          </a:p>
          <a:p>
            <a:pPr lvl="3" rtl="0"/>
            <a:r>
              <a:rPr lang="zh-CN" dirty="0"/>
              <a:t>第四级</a:t>
            </a:r>
          </a:p>
          <a:p>
            <a:pPr lvl="4" rtl="0"/>
            <a:r>
              <a:rPr lang="zh-CN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带标题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任意多边形：形状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</a:lstStyle>
          <a:p>
            <a:pPr lvl="0" rtl="0"/>
            <a:endParaRPr lang="zh-CN" dirty="0">
              <a:solidFill>
                <a:schemeClr val="tx1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rtlCol="0" anchor="b"/>
          <a:lstStyle>
            <a:lvl1pPr>
              <a:lnSpc>
                <a:spcPct val="100000"/>
              </a:lnSpc>
              <a:defRPr lang="zh-CN" sz="3200"/>
            </a:lvl1pPr>
          </a:lstStyle>
          <a:p>
            <a:pPr rtl="0"/>
            <a:r>
              <a:rPr lang="zh-CN" b="1"/>
              <a:t>单击此处添加标题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zh-CN">
                <a:latin typeface="+mn-ea"/>
                <a:ea typeface="+mn-ea"/>
              </a:defRPr>
            </a:lvl1pPr>
          </a:lstStyle>
          <a:p>
            <a:pPr rtl="0"/>
            <a:fld id="{48F63A3B-78C7-47BE-AE5E-E10140E04643}" type="slidenum">
              <a:rPr lang="zh-CN" smtClean="0"/>
              <a:pPr/>
              <a:t>‹#›</a:t>
            </a:fld>
            <a:endParaRPr lang="zh-CN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 rtlCol="0"/>
          <a:lstStyle>
            <a:lvl1pPr marL="0" indent="0">
              <a:buNone/>
              <a:defRPr lang="zh-CN" sz="1600"/>
            </a:lvl1pPr>
            <a:lvl2pPr marL="457200" indent="0">
              <a:buNone/>
              <a:defRPr lang="zh-CN" sz="1400"/>
            </a:lvl2pPr>
            <a:lvl3pPr marL="914400" indent="0">
              <a:buNone/>
              <a:defRPr lang="zh-CN" sz="1200"/>
            </a:lvl3pPr>
            <a:lvl4pPr marL="1371600" indent="0">
              <a:buNone/>
              <a:defRPr lang="zh-CN" sz="1000"/>
            </a:lvl4pPr>
            <a:lvl5pPr marL="1828800" indent="0">
              <a:buNone/>
              <a:defRPr lang="zh-CN" sz="1000"/>
            </a:lvl5pPr>
            <a:lvl6pPr marL="2286000" indent="0">
              <a:buNone/>
              <a:defRPr lang="zh-CN" sz="1000"/>
            </a:lvl6pPr>
            <a:lvl7pPr marL="2743200" indent="0">
              <a:buNone/>
              <a:defRPr lang="zh-CN" sz="1000"/>
            </a:lvl7pPr>
            <a:lvl8pPr marL="3200400" indent="0">
              <a:buNone/>
              <a:defRPr lang="zh-CN" sz="1000"/>
            </a:lvl8pPr>
            <a:lvl9pPr marL="3657600" indent="0">
              <a:buNone/>
              <a:defRPr lang="zh-CN" sz="1000"/>
            </a:lvl9pPr>
          </a:lstStyle>
          <a:p>
            <a:pPr lvl="0" rtl="0"/>
            <a:r>
              <a:rPr lang="zh-CN" dirty="0"/>
              <a:t>单击此处添加文本</a:t>
            </a: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lang="zh-CN" sz="2800"/>
            </a:lvl1pPr>
            <a:lvl2pPr marL="457200" indent="0">
              <a:buNone/>
              <a:defRPr lang="zh-CN" sz="2800"/>
            </a:lvl2pPr>
            <a:lvl3pPr marL="914400" indent="0">
              <a:buNone/>
              <a:defRPr lang="zh-CN" sz="2400"/>
            </a:lvl3pPr>
            <a:lvl4pPr marL="1371600" indent="0">
              <a:buNone/>
              <a:defRPr lang="zh-CN" sz="2000"/>
            </a:lvl4pPr>
            <a:lvl5pPr marL="1828800" indent="0">
              <a:buNone/>
              <a:defRPr lang="zh-CN" sz="2000"/>
            </a:lvl5pPr>
            <a:lvl6pPr marL="2286000" indent="0">
              <a:buNone/>
              <a:defRPr lang="zh-CN" sz="2000"/>
            </a:lvl6pPr>
            <a:lvl7pPr marL="2743200" indent="0">
              <a:buNone/>
              <a:defRPr lang="zh-CN" sz="2000"/>
            </a:lvl7pPr>
            <a:lvl8pPr marL="3200400" indent="0">
              <a:buNone/>
              <a:defRPr lang="zh-CN" sz="2000"/>
            </a:lvl8pPr>
            <a:lvl9pPr marL="3657600" indent="0">
              <a:buNone/>
              <a:defRPr lang="zh-CN" sz="2000"/>
            </a:lvl9pPr>
          </a:lstStyle>
          <a:p>
            <a:pPr rtl="0"/>
            <a:r>
              <a:rPr lang="zh-CN" dirty="0"/>
              <a:t>单击此处添加图片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lang="zh-CN" sz="1200">
                <a:solidFill>
                  <a:schemeClr val="accent6"/>
                </a:solidFill>
                <a:latin typeface="+mn-ea"/>
                <a:ea typeface="+mn-ea"/>
                <a:cs typeface="Arial" panose="020B0604020202020204" pitchFamily="34" charset="0"/>
              </a:defRPr>
            </a:lvl1pPr>
          </a:lstStyle>
          <a:p>
            <a:pPr rtl="0"/>
            <a:fld id="{48F63A3B-78C7-47BE-AE5E-E10140E04643}" type="slidenum">
              <a:rPr lang="zh-CN" smtClean="0"/>
              <a:pPr/>
              <a:t>‹#›</a:t>
            </a:fld>
            <a:endParaRPr lang="zh-CN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defPPr>
              <a:defRPr lang="zh-CN"/>
            </a:defPPr>
          </a:lstStyle>
          <a:p>
            <a:pPr rtl="0"/>
            <a:r>
              <a:rPr lang="zh-CN" b="1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zh-CN"/>
            </a:defPPr>
          </a:lstStyle>
          <a:p>
            <a:pPr lvl="0" rtl="0"/>
            <a:r>
              <a:rPr lang="zh-CN" dirty="0"/>
              <a:t>单击此处编辑母版文本样式</a:t>
            </a:r>
          </a:p>
          <a:p>
            <a:pPr lvl="1" rtl="0"/>
            <a:r>
              <a:rPr lang="zh-CN" dirty="0"/>
              <a:t>第二级</a:t>
            </a:r>
          </a:p>
          <a:p>
            <a:pPr lvl="2" rtl="0"/>
            <a:r>
              <a:rPr lang="zh-CN" dirty="0"/>
              <a:t>第三级</a:t>
            </a:r>
          </a:p>
          <a:p>
            <a:pPr lvl="3" rtl="0"/>
            <a:r>
              <a:rPr lang="zh-CN" dirty="0"/>
              <a:t>第四级</a:t>
            </a:r>
          </a:p>
          <a:p>
            <a:pPr lvl="4" rtl="0"/>
            <a:r>
              <a:rPr lang="zh-CN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lang="zh-CN" sz="3800" b="1" kern="1200" cap="all" baseline="0">
          <a:solidFill>
            <a:schemeClr val="accent6"/>
          </a:solidFill>
          <a:latin typeface="+mj-ea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zh-CN" sz="2800" kern="1200">
          <a:solidFill>
            <a:schemeClr val="accent6"/>
          </a:solidFill>
          <a:latin typeface="+mn-ea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zh-CN" sz="2400" kern="1200">
          <a:solidFill>
            <a:schemeClr val="accent6"/>
          </a:solidFill>
          <a:latin typeface="+mn-ea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zh-CN" sz="2000" kern="1200">
          <a:solidFill>
            <a:schemeClr val="accent6"/>
          </a:solidFill>
          <a:latin typeface="+mn-ea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zh-CN" sz="1800" kern="1200">
          <a:solidFill>
            <a:schemeClr val="accent6"/>
          </a:solidFill>
          <a:latin typeface="+mn-ea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zh-CN" sz="1800" kern="1200">
          <a:solidFill>
            <a:schemeClr val="accent6"/>
          </a:solidFill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+mn-ea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+mn-ea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+mn-ea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+mn-ea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lang="zh-CN" sz="1800" kern="1200">
          <a:solidFill>
            <a:schemeClr val="tx1"/>
          </a:solidFill>
          <a:latin typeface="+mn-ea"/>
          <a:ea typeface="+mn-ea"/>
          <a:cs typeface="+mn-cs"/>
        </a:defRPr>
      </a:lvl1pPr>
      <a:lvl2pPr marL="457200" algn="l" defTabSz="914400" rtl="0" eaLnBrk="1" latinLnBrk="0" hangingPunct="1">
        <a:defRPr lang="zh-CN" sz="1800" kern="1200">
          <a:solidFill>
            <a:schemeClr val="tx1"/>
          </a:solidFill>
          <a:latin typeface="+mn-ea"/>
          <a:ea typeface="+mn-ea"/>
          <a:cs typeface="+mn-cs"/>
        </a:defRPr>
      </a:lvl2pPr>
      <a:lvl3pPr marL="914400" algn="l" defTabSz="914400" rtl="0" eaLnBrk="1" latinLnBrk="0" hangingPunct="1">
        <a:defRPr lang="zh-CN" sz="1800" kern="1200">
          <a:solidFill>
            <a:schemeClr val="tx1"/>
          </a:solidFill>
          <a:latin typeface="+mn-ea"/>
          <a:ea typeface="+mn-ea"/>
          <a:cs typeface="+mn-cs"/>
        </a:defRPr>
      </a:lvl3pPr>
      <a:lvl4pPr marL="1371600" algn="l" defTabSz="914400" rtl="0" eaLnBrk="1" latinLnBrk="0" hangingPunct="1">
        <a:defRPr lang="zh-CN" sz="1800" kern="1200">
          <a:solidFill>
            <a:schemeClr val="tx1"/>
          </a:solidFill>
          <a:latin typeface="+mn-ea"/>
          <a:ea typeface="+mn-ea"/>
          <a:cs typeface="+mn-cs"/>
        </a:defRPr>
      </a:lvl4pPr>
      <a:lvl5pPr marL="1828800" algn="l" defTabSz="914400" rtl="0" eaLnBrk="1" latinLnBrk="0" hangingPunct="1">
        <a:defRPr lang="zh-CN" sz="1800" kern="1200">
          <a:solidFill>
            <a:schemeClr val="tx1"/>
          </a:solidFill>
          <a:latin typeface="+mn-ea"/>
          <a:ea typeface="+mn-ea"/>
          <a:cs typeface="+mn-cs"/>
        </a:defRPr>
      </a:lvl5pPr>
      <a:lvl6pPr marL="2286000" algn="l" defTabSz="914400" rtl="0" eaLnBrk="1" latinLnBrk="0" hangingPunct="1">
        <a:defRPr lang="zh-CN" sz="1800" kern="1200">
          <a:solidFill>
            <a:schemeClr val="tx1"/>
          </a:solidFill>
          <a:latin typeface="+mn-ea"/>
          <a:ea typeface="+mn-ea"/>
          <a:cs typeface="+mn-cs"/>
        </a:defRPr>
      </a:lvl6pPr>
      <a:lvl7pPr marL="2743200" algn="l" defTabSz="914400" rtl="0" eaLnBrk="1" latinLnBrk="0" hangingPunct="1">
        <a:defRPr lang="zh-CN" sz="1800" kern="1200">
          <a:solidFill>
            <a:schemeClr val="tx1"/>
          </a:solidFill>
          <a:latin typeface="+mn-ea"/>
          <a:ea typeface="+mn-ea"/>
          <a:cs typeface="+mn-cs"/>
        </a:defRPr>
      </a:lvl7pPr>
      <a:lvl8pPr marL="3200400" algn="l" defTabSz="914400" rtl="0" eaLnBrk="1" latinLnBrk="0" hangingPunct="1">
        <a:defRPr lang="zh-CN" sz="1800" kern="1200">
          <a:solidFill>
            <a:schemeClr val="tx1"/>
          </a:solidFill>
          <a:latin typeface="+mn-ea"/>
          <a:ea typeface="+mn-ea"/>
          <a:cs typeface="+mn-cs"/>
        </a:defRPr>
      </a:lvl8pPr>
      <a:lvl9pPr marL="3657600" algn="l" defTabSz="914400" rtl="0" eaLnBrk="1" latinLnBrk="0" hangingPunct="1">
        <a:defRPr lang="zh-CN" sz="1800" kern="1200">
          <a:solidFill>
            <a:schemeClr val="tx1"/>
          </a:solidFill>
          <a:latin typeface="+mn-ea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22931" y="810227"/>
            <a:ext cx="5746140" cy="3831221"/>
          </a:xfrm>
        </p:spPr>
        <p:txBody>
          <a:bodyPr rtlCol="0" anchor="ctr"/>
          <a:lstStyle>
            <a:defPPr>
              <a:defRPr lang="zh-CN"/>
            </a:defPPr>
          </a:lstStyle>
          <a:p>
            <a:pPr rtl="0"/>
            <a:r>
              <a:rPr lang="zh-CN" altLang="en-US" b="1" dirty="0"/>
              <a:t>程序设计实践</a:t>
            </a:r>
            <a:br>
              <a:rPr lang="en-US" altLang="zh-CN" b="1" dirty="0"/>
            </a:br>
            <a:r>
              <a:rPr lang="zh-CN" altLang="en-US" b="1" dirty="0"/>
              <a:t>课设答辩</a:t>
            </a:r>
            <a:endParaRPr lang="zh-CN" b="1" dirty="0"/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6583680" cy="1531357"/>
          </a:xfrm>
        </p:spPr>
        <p:txBody>
          <a:bodyPr rtlCol="0"/>
          <a:lstStyle>
            <a:defPPr>
              <a:defRPr lang="zh-CN"/>
            </a:defPPr>
          </a:lstStyle>
          <a:p>
            <a:pPr rtl="0"/>
            <a:r>
              <a:rPr lang="zh-CN" altLang="en-US" b="1" dirty="0"/>
              <a:t>目录</a:t>
            </a:r>
            <a:endParaRPr lang="zh-CN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834640"/>
            <a:ext cx="6583680" cy="3207344"/>
          </a:xfrm>
        </p:spPr>
        <p:txBody>
          <a:bodyPr rtlCol="0"/>
          <a:lstStyle>
            <a:defPPr>
              <a:defRPr lang="zh-CN"/>
            </a:defPPr>
          </a:lstStyle>
          <a:p>
            <a:pPr rtl="0"/>
            <a:r>
              <a:rPr lang="zh-CN" altLang="en-US" dirty="0"/>
              <a:t>课题背景</a:t>
            </a:r>
            <a:endParaRPr lang="en-US" altLang="zh-CN" dirty="0"/>
          </a:p>
          <a:p>
            <a:pPr rtl="0"/>
            <a:r>
              <a:rPr lang="zh-CN" altLang="en-US" dirty="0"/>
              <a:t>项目分析</a:t>
            </a:r>
            <a:endParaRPr lang="en-US" altLang="zh-CN" dirty="0"/>
          </a:p>
          <a:p>
            <a:pPr rtl="0"/>
            <a:r>
              <a:rPr lang="zh-CN" altLang="en-US" dirty="0"/>
              <a:t>类结构与功能设计</a:t>
            </a:r>
            <a:endParaRPr lang="en-US" altLang="zh-CN" dirty="0"/>
          </a:p>
          <a:p>
            <a:pPr rtl="0"/>
            <a:r>
              <a:rPr lang="zh-CN" altLang="en-US" dirty="0"/>
              <a:t>实现与测试</a:t>
            </a:r>
            <a:endParaRPr lang="en-US" altLang="zh-CN" dirty="0"/>
          </a:p>
          <a:p>
            <a:pPr rtl="0"/>
            <a:r>
              <a:rPr lang="zh-CN" altLang="en-US" dirty="0"/>
              <a:t>项目总结</a:t>
            </a:r>
            <a:endParaRPr 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defPPr>
              <a:defRPr lang="zh-CN"/>
            </a:defPPr>
          </a:lstStyle>
          <a:p>
            <a:pPr rtl="0"/>
            <a:fld id="{48F63A3B-78C7-47BE-AE5E-E10140E04643}" type="slidenum">
              <a:rPr lang="zh-CN" b="1" smtClean="0"/>
              <a:pPr/>
              <a:t>2</a:t>
            </a:fld>
            <a:endParaRPr lang="zh-CN" b="1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38D62608-F5E4-7EC0-5EF0-4F988DDDE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4" y="1057274"/>
            <a:ext cx="9875463" cy="999746"/>
          </a:xfrm>
        </p:spPr>
        <p:txBody>
          <a:bodyPr rtlCol="0"/>
          <a:lstStyle>
            <a:defPPr>
              <a:defRPr lang="zh-CN"/>
            </a:defPPr>
          </a:lstStyle>
          <a:p>
            <a:r>
              <a:rPr lang="zh-CN" altLang="en-US" dirty="0"/>
              <a:t>课题背景</a:t>
            </a:r>
            <a:endParaRPr lang="en-US" altLang="zh-CN" dirty="0"/>
          </a:p>
        </p:txBody>
      </p:sp>
      <p:sp>
        <p:nvSpPr>
          <p:cNvPr id="12" name="内容占位符 3">
            <a:extLst>
              <a:ext uri="{FF2B5EF4-FFF2-40B4-BE49-F238E27FC236}">
                <a16:creationId xmlns:a16="http://schemas.microsoft.com/office/drawing/2014/main" id="{288BD9B8-D6A6-D55A-830D-4D3CC2DC3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50565" y="2303028"/>
            <a:ext cx="4545436" cy="3961593"/>
          </a:xfrm>
        </p:spPr>
        <p:txBody>
          <a:bodyPr rtlCol="0">
            <a:normAutofit/>
          </a:bodyPr>
          <a:lstStyle>
            <a:defPPr>
              <a:defRPr lang="zh-CN"/>
            </a:defPPr>
          </a:lstStyle>
          <a:p>
            <a:r>
              <a:rPr lang="en-US" altLang="zh-CN" sz="2800" dirty="0"/>
              <a:t>5000</a:t>
            </a:r>
            <a:r>
              <a:rPr lang="zh-CN" altLang="en-US" sz="2800" dirty="0"/>
              <a:t>年前，人类第一座图书馆在埃及亚历山大诞生，从此知识便以书的方式开始流通。随着信息技术的快速发展，手动管理图书已经难以满足需求，不仅查询效率低、数据统计困难，而且信息更新滞后、读者服务体验不佳。</a:t>
            </a:r>
            <a:endParaRPr lang="zh-CN" sz="2800" dirty="0"/>
          </a:p>
        </p:txBody>
      </p:sp>
      <p:sp>
        <p:nvSpPr>
          <p:cNvPr id="13" name="内容占位符 7">
            <a:extLst>
              <a:ext uri="{FF2B5EF4-FFF2-40B4-BE49-F238E27FC236}">
                <a16:creationId xmlns:a16="http://schemas.microsoft.com/office/drawing/2014/main" id="{0853098E-C088-D323-4BF2-987893F262F6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424551" y="2303028"/>
            <a:ext cx="5001475" cy="3961593"/>
          </a:xfrm>
        </p:spPr>
        <p:txBody>
          <a:bodyPr rtlCol="0">
            <a:normAutofit/>
          </a:bodyPr>
          <a:lstStyle>
            <a:defPPr>
              <a:defRPr lang="zh-CN"/>
            </a:defPPr>
          </a:lstStyle>
          <a:p>
            <a:pPr marL="0" indent="0">
              <a:buNone/>
            </a:pPr>
            <a:r>
              <a:rPr lang="zh-CN" altLang="en-US" sz="2800" dirty="0"/>
              <a:t>本系统针对上述痛点，采用</a:t>
            </a:r>
            <a:r>
              <a:rPr lang="en-US" altLang="zh-CN" sz="2800" dirty="0"/>
              <a:t>C++</a:t>
            </a:r>
            <a:r>
              <a:rPr lang="zh-CN" altLang="en-US" sz="2800" dirty="0"/>
              <a:t>面向对象技术，结合</a:t>
            </a:r>
            <a:r>
              <a:rPr lang="en-US" altLang="zh-CN" sz="2800" dirty="0"/>
              <a:t>FLTK</a:t>
            </a:r>
            <a:r>
              <a:rPr lang="zh-CN" altLang="en-US" sz="2800" dirty="0"/>
              <a:t>轻量级图形界面库，设计实现了集图书入库、借阅、归还、查询、统计于一体的信息化管理平台，为使用者提供直观便捷的操作体验，对推动图书馆管理向自动化、智能化转型具有实践意义。</a:t>
            </a:r>
          </a:p>
          <a:p>
            <a:pPr marL="0" indent="0" rtl="0">
              <a:buNone/>
            </a:pPr>
            <a:endParaRPr lang="zh-CN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DCFAD14-1AAA-8CDA-A49B-523FD6C66F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defPPr>
              <a:defRPr lang="zh-CN"/>
            </a:defPPr>
          </a:lstStyle>
          <a:p>
            <a:pPr rtl="0"/>
            <a:fld id="{48F63A3B-78C7-47BE-AE5E-E10140E04643}" type="slidenum">
              <a:rPr lang="en-US" altLang="zh-CN" b="1" smtClean="0"/>
              <a:pPr rtl="0"/>
              <a:t>3</a:t>
            </a:fld>
            <a:endParaRPr lang="zh-CN" b="1" dirty="0"/>
          </a:p>
        </p:txBody>
      </p:sp>
    </p:spTree>
    <p:extLst>
      <p:ext uri="{BB962C8B-B14F-4D97-AF65-F5344CB8AC3E}">
        <p14:creationId xmlns:p14="http://schemas.microsoft.com/office/powerpoint/2010/main" val="24980216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5A28E-61EA-9E9D-79D7-6E19BC71F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94732627-3F91-D573-870D-5A190D45F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4" y="1057274"/>
            <a:ext cx="9875463" cy="999746"/>
          </a:xfrm>
        </p:spPr>
        <p:txBody>
          <a:bodyPr rtlCol="0"/>
          <a:lstStyle>
            <a:defPPr>
              <a:defRPr lang="zh-CN"/>
            </a:defPPr>
          </a:lstStyle>
          <a:p>
            <a:r>
              <a:rPr lang="zh-CN" altLang="en-US" dirty="0"/>
              <a:t>项目分析</a:t>
            </a:r>
            <a:endParaRPr lang="en-US" altLang="zh-CN" dirty="0"/>
          </a:p>
        </p:txBody>
      </p:sp>
      <p:sp>
        <p:nvSpPr>
          <p:cNvPr id="12" name="内容占位符 3">
            <a:extLst>
              <a:ext uri="{FF2B5EF4-FFF2-40B4-BE49-F238E27FC236}">
                <a16:creationId xmlns:a16="http://schemas.microsoft.com/office/drawing/2014/main" id="{6030BEED-CB49-BCF1-A2BA-947DE08E37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50565" y="2303028"/>
            <a:ext cx="4545436" cy="3961593"/>
          </a:xfrm>
        </p:spPr>
        <p:txBody>
          <a:bodyPr rtlCol="0">
            <a:normAutofit/>
          </a:bodyPr>
          <a:lstStyle>
            <a:defPPr>
              <a:defRPr lang="zh-CN"/>
            </a:defPPr>
          </a:lstStyle>
          <a:p>
            <a:pPr marL="0" indent="0">
              <a:buNone/>
            </a:pPr>
            <a:r>
              <a:rPr lang="zh-CN" altLang="zh-CN" sz="2800" dirty="0"/>
              <a:t>该题目的题面给出了详细的需求，包括增删改查、出售、统计、存取档等功能。可以据此画出该图书管理系统的结构图（如图</a:t>
            </a:r>
            <a:r>
              <a:rPr lang="en-US" altLang="zh-CN" sz="2800" dirty="0"/>
              <a:t>1</a:t>
            </a:r>
            <a:r>
              <a:rPr lang="zh-CN" altLang="zh-CN" sz="2800" dirty="0"/>
              <a:t>所示）。</a:t>
            </a:r>
          </a:p>
          <a:p>
            <a:pPr marL="0" indent="0" rtl="0">
              <a:buNone/>
            </a:pPr>
            <a:endParaRPr lang="zh-CN" dirty="0"/>
          </a:p>
        </p:txBody>
      </p:sp>
      <p:sp>
        <p:nvSpPr>
          <p:cNvPr id="13" name="内容占位符 7">
            <a:extLst>
              <a:ext uri="{FF2B5EF4-FFF2-40B4-BE49-F238E27FC236}">
                <a16:creationId xmlns:a16="http://schemas.microsoft.com/office/drawing/2014/main" id="{13ABCEC5-6435-0C00-165C-AD77FBE0AB61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7940842" y="2303028"/>
            <a:ext cx="3485184" cy="3961593"/>
          </a:xfrm>
        </p:spPr>
        <p:txBody>
          <a:bodyPr rtlCol="0">
            <a:normAutofit/>
          </a:bodyPr>
          <a:lstStyle>
            <a:defPPr>
              <a:defRPr lang="zh-CN"/>
            </a:defPPr>
          </a:lstStyle>
          <a:p>
            <a:pPr marL="0" indent="0" rtl="0">
              <a:buNone/>
            </a:pPr>
            <a:r>
              <a:rPr lang="zh-CN" altLang="en-US" sz="2800" b="1" dirty="0"/>
              <a:t>细节设计：</a:t>
            </a:r>
            <a:endParaRPr lang="en-US" altLang="zh-CN" sz="2800" b="1" dirty="0"/>
          </a:p>
          <a:p>
            <a:pPr marL="0" indent="0" rtl="0">
              <a:buNone/>
            </a:pPr>
            <a:r>
              <a:rPr lang="en-US" altLang="zh-CN" sz="2800" dirty="0"/>
              <a:t>FLTK</a:t>
            </a:r>
          </a:p>
          <a:p>
            <a:pPr marL="0" indent="0" rtl="0">
              <a:buNone/>
            </a:pPr>
            <a:r>
              <a:rPr lang="en-US" altLang="zh-CN" sz="2800" dirty="0"/>
              <a:t>STL</a:t>
            </a:r>
            <a:r>
              <a:rPr lang="zh-CN" altLang="en-US" sz="2800" dirty="0"/>
              <a:t>模板</a:t>
            </a:r>
            <a:endParaRPr lang="en-US" altLang="zh-CN" sz="2800" dirty="0"/>
          </a:p>
          <a:p>
            <a:pPr marL="0" indent="0" rtl="0">
              <a:buNone/>
            </a:pPr>
            <a:r>
              <a:rPr lang="zh-CN" altLang="en-US" sz="2800" dirty="0"/>
              <a:t>二进制存取</a:t>
            </a:r>
            <a:endParaRPr lang="en-US" altLang="zh-CN" sz="2800" dirty="0"/>
          </a:p>
          <a:p>
            <a:pPr marL="0" indent="0" rtl="0">
              <a:buNone/>
            </a:pPr>
            <a:r>
              <a:rPr lang="en-US" altLang="zh-CN" sz="2800" dirty="0"/>
              <a:t>Vector</a:t>
            </a:r>
            <a:r>
              <a:rPr lang="zh-CN" altLang="en-US" sz="2800" dirty="0"/>
              <a:t>容器</a:t>
            </a:r>
            <a:endParaRPr lang="zh-CN" sz="280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CF669D7-1895-0DA2-A51F-0735C65837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defPPr>
              <a:defRPr lang="zh-CN"/>
            </a:defPPr>
          </a:lstStyle>
          <a:p>
            <a:pPr rtl="0"/>
            <a:fld id="{48F63A3B-78C7-47BE-AE5E-E10140E04643}" type="slidenum">
              <a:rPr lang="en-US" altLang="zh-CN" b="1" smtClean="0"/>
              <a:pPr rtl="0"/>
              <a:t>4</a:t>
            </a:fld>
            <a:endParaRPr lang="zh-CN" b="1" dirty="0"/>
          </a:p>
        </p:txBody>
      </p:sp>
    </p:spTree>
    <p:extLst>
      <p:ext uri="{BB962C8B-B14F-4D97-AF65-F5344CB8AC3E}">
        <p14:creationId xmlns:p14="http://schemas.microsoft.com/office/powerpoint/2010/main" val="31901374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A8333-24A4-BCF1-5887-6626B87C2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6DC458F8-7B4F-C85F-D9E5-75DE289BB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4" y="1057274"/>
            <a:ext cx="9875463" cy="999746"/>
          </a:xfrm>
        </p:spPr>
        <p:txBody>
          <a:bodyPr rtlCol="0"/>
          <a:lstStyle>
            <a:defPPr>
              <a:defRPr lang="zh-CN"/>
            </a:defPPr>
          </a:lstStyle>
          <a:p>
            <a:r>
              <a:rPr lang="zh-CN" altLang="en-US" dirty="0"/>
              <a:t>类结构与功能设计</a:t>
            </a:r>
            <a:endParaRPr lang="en-US" altLang="zh-CN" dirty="0"/>
          </a:p>
        </p:txBody>
      </p:sp>
      <p:sp>
        <p:nvSpPr>
          <p:cNvPr id="12" name="内容占位符 3">
            <a:extLst>
              <a:ext uri="{FF2B5EF4-FFF2-40B4-BE49-F238E27FC236}">
                <a16:creationId xmlns:a16="http://schemas.microsoft.com/office/drawing/2014/main" id="{B3742F78-D694-D242-E653-6BA3D4A2BC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50565" y="2303028"/>
            <a:ext cx="4545436" cy="3961593"/>
          </a:xfrm>
        </p:spPr>
        <p:txBody>
          <a:bodyPr rtlCol="0">
            <a:normAutofit fontScale="92500" lnSpcReduction="10000"/>
          </a:bodyPr>
          <a:lstStyle>
            <a:defPPr>
              <a:defRPr lang="zh-CN"/>
            </a:defPPr>
          </a:lstStyle>
          <a:p>
            <a:pPr lvl="0"/>
            <a:r>
              <a:rPr lang="en-US" altLang="zh-CN" sz="2000" dirty="0"/>
              <a:t>Book</a:t>
            </a:r>
            <a:r>
              <a:rPr lang="zh-CN" altLang="zh-CN" sz="2000" dirty="0"/>
              <a:t>类</a:t>
            </a:r>
            <a:endParaRPr lang="zh-CN" altLang="zh-CN" sz="1400" dirty="0"/>
          </a:p>
          <a:p>
            <a:pPr lvl="1"/>
            <a:r>
              <a:rPr lang="zh-CN" altLang="zh-CN" sz="2000" dirty="0"/>
              <a:t>书名、出版社、</a:t>
            </a:r>
            <a:r>
              <a:rPr lang="en-US" altLang="zh-CN" sz="2000" dirty="0"/>
              <a:t>ISBN</a:t>
            </a:r>
            <a:r>
              <a:rPr lang="zh-CN" altLang="zh-CN" sz="2000" dirty="0"/>
              <a:t>号、作者、库存量、价格</a:t>
            </a:r>
            <a:endParaRPr lang="zh-CN" altLang="zh-CN" sz="1400" dirty="0"/>
          </a:p>
          <a:p>
            <a:pPr lvl="1"/>
            <a:r>
              <a:rPr lang="zh-CN" altLang="zh-CN" sz="2000" dirty="0"/>
              <a:t>构造函数、</a:t>
            </a:r>
            <a:r>
              <a:rPr lang="en-US" altLang="zh-CN" sz="2000" dirty="0"/>
              <a:t>getter/setter</a:t>
            </a:r>
            <a:r>
              <a:rPr lang="zh-CN" altLang="zh-CN" sz="2000" dirty="0"/>
              <a:t>方法、字符串转换方法</a:t>
            </a:r>
            <a:endParaRPr lang="zh-CN" altLang="zh-CN" sz="1400" dirty="0"/>
          </a:p>
          <a:p>
            <a:pPr lvl="0"/>
            <a:r>
              <a:rPr lang="en-US" altLang="zh-CN" sz="2000" dirty="0" err="1"/>
              <a:t>BookManager</a:t>
            </a:r>
            <a:r>
              <a:rPr lang="zh-CN" altLang="zh-CN" sz="2000" dirty="0"/>
              <a:t>类</a:t>
            </a:r>
            <a:endParaRPr lang="zh-CN" altLang="zh-CN" sz="1400" dirty="0"/>
          </a:p>
          <a:p>
            <a:pPr lvl="1"/>
            <a:r>
              <a:rPr lang="zh-CN" altLang="zh-CN" sz="2000" dirty="0"/>
              <a:t>图书容器（</a:t>
            </a:r>
            <a:r>
              <a:rPr lang="en-US" altLang="zh-CN" sz="2000" dirty="0"/>
              <a:t>vector&lt;Book&gt;</a:t>
            </a:r>
            <a:r>
              <a:rPr lang="zh-CN" altLang="zh-CN" sz="2000" dirty="0"/>
              <a:t>）</a:t>
            </a:r>
            <a:endParaRPr lang="zh-CN" altLang="zh-CN" sz="1400" dirty="0"/>
          </a:p>
          <a:p>
            <a:pPr lvl="1"/>
            <a:r>
              <a:rPr lang="zh-CN" altLang="zh-CN" sz="2000" dirty="0"/>
              <a:t>增删改查、排序、文件存取</a:t>
            </a:r>
            <a:endParaRPr lang="zh-CN" altLang="zh-CN" sz="1400" dirty="0"/>
          </a:p>
          <a:p>
            <a:pPr lvl="0"/>
            <a:r>
              <a:rPr lang="en-US" altLang="zh-CN" sz="2000" dirty="0" err="1"/>
              <a:t>SaleSys</a:t>
            </a:r>
            <a:r>
              <a:rPr lang="zh-CN" altLang="zh-CN" sz="2000" dirty="0"/>
              <a:t>类（</a:t>
            </a:r>
            <a:r>
              <a:rPr lang="en-US" altLang="zh-CN" sz="2000" dirty="0"/>
              <a:t>Sys</a:t>
            </a:r>
            <a:r>
              <a:rPr lang="zh-CN" altLang="zh-CN" sz="2000" dirty="0"/>
              <a:t>是</a:t>
            </a:r>
            <a:r>
              <a:rPr lang="en-US" altLang="zh-CN" sz="2000" dirty="0"/>
              <a:t>System</a:t>
            </a:r>
            <a:r>
              <a:rPr lang="zh-CN" altLang="zh-CN" sz="2000" dirty="0"/>
              <a:t>的缩写）</a:t>
            </a:r>
            <a:endParaRPr lang="zh-CN" altLang="zh-CN" sz="1400" dirty="0"/>
          </a:p>
          <a:p>
            <a:pPr lvl="1"/>
            <a:r>
              <a:rPr lang="zh-CN" altLang="zh-CN" sz="2000" dirty="0"/>
              <a:t>指向</a:t>
            </a:r>
            <a:r>
              <a:rPr lang="en-US" altLang="zh-CN" sz="2000" dirty="0" err="1"/>
              <a:t>BookManager</a:t>
            </a:r>
            <a:r>
              <a:rPr lang="zh-CN" altLang="zh-CN" sz="2000" dirty="0"/>
              <a:t>的指针</a:t>
            </a:r>
            <a:endParaRPr lang="zh-CN" altLang="zh-CN" sz="1400" dirty="0"/>
          </a:p>
          <a:p>
            <a:pPr lvl="1"/>
            <a:r>
              <a:rPr lang="zh-CN" altLang="zh-CN" sz="2000" dirty="0"/>
              <a:t>购买书籍、价格计算</a:t>
            </a:r>
            <a:endParaRPr lang="zh-CN" altLang="zh-CN" sz="1400" dirty="0"/>
          </a:p>
          <a:p>
            <a:pPr marL="0" indent="0" rtl="0">
              <a:buNone/>
            </a:pPr>
            <a:endParaRPr lang="zh-CN" dirty="0"/>
          </a:p>
        </p:txBody>
      </p:sp>
      <p:sp>
        <p:nvSpPr>
          <p:cNvPr id="13" name="内容占位符 7">
            <a:extLst>
              <a:ext uri="{FF2B5EF4-FFF2-40B4-BE49-F238E27FC236}">
                <a16:creationId xmlns:a16="http://schemas.microsoft.com/office/drawing/2014/main" id="{A2AA42B2-91E3-3A2E-E0DB-40FB44BDE1F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7053943" y="2303028"/>
            <a:ext cx="4372083" cy="3961593"/>
          </a:xfrm>
        </p:spPr>
        <p:txBody>
          <a:bodyPr rtlCol="0"/>
          <a:lstStyle>
            <a:defPPr>
              <a:defRPr lang="zh-CN"/>
            </a:defPPr>
          </a:lstStyle>
          <a:p>
            <a:pPr lvl="0"/>
            <a:r>
              <a:rPr lang="en-US" altLang="zh-CN" sz="2000" dirty="0" err="1"/>
              <a:t>StatisSys</a:t>
            </a:r>
            <a:r>
              <a:rPr lang="zh-CN" altLang="zh-CN" sz="2000" dirty="0"/>
              <a:t>类（</a:t>
            </a:r>
            <a:r>
              <a:rPr lang="en-US" altLang="zh-CN" sz="2000" dirty="0"/>
              <a:t>Statis</a:t>
            </a:r>
            <a:r>
              <a:rPr lang="zh-CN" altLang="zh-CN" sz="2000" dirty="0"/>
              <a:t>是</a:t>
            </a:r>
            <a:r>
              <a:rPr lang="en-US" altLang="zh-CN" sz="2000" dirty="0"/>
              <a:t>Statistics</a:t>
            </a:r>
            <a:r>
              <a:rPr lang="zh-CN" altLang="zh-CN" sz="2000" dirty="0"/>
              <a:t>的缩写）</a:t>
            </a:r>
            <a:endParaRPr lang="zh-CN" altLang="zh-CN" sz="1400" dirty="0"/>
          </a:p>
          <a:p>
            <a:pPr lvl="1"/>
            <a:r>
              <a:rPr lang="zh-CN" altLang="zh-CN" sz="2000" dirty="0"/>
              <a:t>指向</a:t>
            </a:r>
            <a:r>
              <a:rPr lang="en-US" altLang="zh-CN" sz="2000" dirty="0" err="1"/>
              <a:t>BookManager</a:t>
            </a:r>
            <a:r>
              <a:rPr lang="zh-CN" altLang="zh-CN" sz="2000" dirty="0"/>
              <a:t>的指针</a:t>
            </a:r>
            <a:endParaRPr lang="zh-CN" altLang="zh-CN" sz="1400" dirty="0"/>
          </a:p>
          <a:p>
            <a:pPr lvl="1"/>
            <a:r>
              <a:rPr lang="zh-CN" altLang="zh-CN" sz="2000" dirty="0"/>
              <a:t>各类统计功能</a:t>
            </a:r>
            <a:endParaRPr lang="zh-CN" altLang="zh-CN" sz="1400" dirty="0"/>
          </a:p>
          <a:p>
            <a:pPr lvl="0"/>
            <a:r>
              <a:rPr lang="en-US" altLang="zh-CN" sz="2000" dirty="0" err="1"/>
              <a:t>MainWindow</a:t>
            </a:r>
            <a:r>
              <a:rPr lang="zh-CN" altLang="zh-CN" sz="2000" dirty="0"/>
              <a:t>类</a:t>
            </a:r>
            <a:endParaRPr lang="zh-CN" altLang="zh-CN" sz="1400" dirty="0"/>
          </a:p>
          <a:p>
            <a:pPr lvl="1"/>
            <a:r>
              <a:rPr lang="zh-CN" altLang="zh-CN" sz="2000" dirty="0"/>
              <a:t>各系统指针、</a:t>
            </a:r>
            <a:r>
              <a:rPr lang="en-US" altLang="zh-CN" sz="2000" dirty="0"/>
              <a:t>UI</a:t>
            </a:r>
            <a:r>
              <a:rPr lang="zh-CN" altLang="zh-CN" sz="2000" dirty="0"/>
              <a:t>组件</a:t>
            </a:r>
            <a:endParaRPr lang="zh-CN" altLang="zh-CN" sz="1400" dirty="0"/>
          </a:p>
          <a:p>
            <a:pPr lvl="1"/>
            <a:r>
              <a:rPr lang="zh-CN" altLang="zh-CN" sz="2000" dirty="0"/>
              <a:t>界面事件处理、功能调用</a:t>
            </a:r>
            <a:endParaRPr lang="zh-CN" altLang="zh-CN" sz="1400" dirty="0"/>
          </a:p>
          <a:p>
            <a:pPr marL="0" indent="0" rtl="0">
              <a:buNone/>
            </a:pPr>
            <a:endParaRPr lang="zh-CN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5B8B925-EF53-7146-C84B-D8D4E41246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defPPr>
              <a:defRPr lang="zh-CN"/>
            </a:defPPr>
          </a:lstStyle>
          <a:p>
            <a:pPr rtl="0"/>
            <a:fld id="{48F63A3B-78C7-47BE-AE5E-E10140E04643}" type="slidenum">
              <a:rPr lang="en-US" altLang="zh-CN" b="1" smtClean="0"/>
              <a:pPr rtl="0"/>
              <a:t>5</a:t>
            </a:fld>
            <a:endParaRPr lang="zh-CN" b="1" dirty="0"/>
          </a:p>
        </p:txBody>
      </p:sp>
    </p:spTree>
    <p:extLst>
      <p:ext uri="{BB962C8B-B14F-4D97-AF65-F5344CB8AC3E}">
        <p14:creationId xmlns:p14="http://schemas.microsoft.com/office/powerpoint/2010/main" val="30167301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C50E9-001C-EBCB-74A2-41E39A68D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F9FF83D-6498-8985-88B9-37736C213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4" y="1057274"/>
            <a:ext cx="9875463" cy="999746"/>
          </a:xfrm>
        </p:spPr>
        <p:txBody>
          <a:bodyPr rtlCol="0"/>
          <a:lstStyle>
            <a:defPPr>
              <a:defRPr lang="zh-CN"/>
            </a:defPPr>
          </a:lstStyle>
          <a:p>
            <a:r>
              <a:rPr lang="zh-CN" altLang="en-US" dirty="0"/>
              <a:t>实现与测试</a:t>
            </a:r>
            <a:endParaRPr lang="en-US" altLang="zh-CN" dirty="0"/>
          </a:p>
        </p:txBody>
      </p:sp>
      <p:sp>
        <p:nvSpPr>
          <p:cNvPr id="12" name="内容占位符 3">
            <a:extLst>
              <a:ext uri="{FF2B5EF4-FFF2-40B4-BE49-F238E27FC236}">
                <a16:creationId xmlns:a16="http://schemas.microsoft.com/office/drawing/2014/main" id="{D785D977-6679-FECF-90CD-8FA192388B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50564" y="2303028"/>
            <a:ext cx="5829147" cy="3961593"/>
          </a:xfrm>
        </p:spPr>
        <p:txBody>
          <a:bodyPr rtlCol="0">
            <a:normAutofit/>
          </a:bodyPr>
          <a:lstStyle>
            <a:defPPr>
              <a:defRPr lang="zh-CN"/>
            </a:defPPr>
          </a:lstStyle>
          <a:p>
            <a:pPr marL="0" indent="0" rtl="0">
              <a:buNone/>
            </a:pPr>
            <a:r>
              <a:rPr lang="zh-CN" altLang="en-US" sz="2800" dirty="0"/>
              <a:t>插入运算符重载 </a:t>
            </a:r>
            <a:r>
              <a:rPr lang="en-US" altLang="zh-CN" sz="2800" dirty="0"/>
              <a:t>p.7</a:t>
            </a:r>
          </a:p>
          <a:p>
            <a:pPr marL="0" indent="0" rtl="0">
              <a:buNone/>
            </a:pPr>
            <a:r>
              <a:rPr lang="zh-CN" altLang="en-US" sz="2800" dirty="0"/>
              <a:t>查找算法</a:t>
            </a:r>
            <a:endParaRPr lang="en-US" altLang="zh-CN" sz="2800" dirty="0"/>
          </a:p>
          <a:p>
            <a:pPr marL="0" indent="0">
              <a:buNone/>
            </a:pPr>
            <a:r>
              <a:rPr lang="zh-CN" altLang="en-US" sz="2800" dirty="0"/>
              <a:t>修改</a:t>
            </a:r>
            <a:r>
              <a:rPr lang="en-US" altLang="zh-CN" sz="2800" dirty="0"/>
              <a:t>/</a:t>
            </a:r>
            <a:r>
              <a:rPr lang="zh-CN" altLang="en-US" sz="2800" dirty="0"/>
              <a:t>删除 </a:t>
            </a:r>
            <a:r>
              <a:rPr lang="en-US" altLang="zh-CN" sz="2800" dirty="0"/>
              <a:t>	       p.8</a:t>
            </a:r>
          </a:p>
          <a:p>
            <a:pPr marL="0" indent="0">
              <a:buNone/>
            </a:pPr>
            <a:r>
              <a:rPr lang="zh-CN" altLang="en-US" sz="2800" dirty="0"/>
              <a:t>排序算法</a:t>
            </a:r>
            <a:endParaRPr lang="en-US" altLang="zh-CN" sz="2800" dirty="0"/>
          </a:p>
          <a:p>
            <a:pPr marL="0" indent="0">
              <a:buNone/>
            </a:pPr>
            <a:r>
              <a:rPr lang="zh-CN" altLang="en-US" sz="2800" dirty="0"/>
              <a:t>文件存取</a:t>
            </a:r>
            <a:r>
              <a:rPr lang="en-US" altLang="zh-CN" sz="2800" dirty="0"/>
              <a:t>	       p.9</a:t>
            </a:r>
            <a:endParaRPr lang="zh-CN" sz="2800" dirty="0"/>
          </a:p>
        </p:txBody>
      </p:sp>
      <p:sp>
        <p:nvSpPr>
          <p:cNvPr id="13" name="内容占位符 7">
            <a:extLst>
              <a:ext uri="{FF2B5EF4-FFF2-40B4-BE49-F238E27FC236}">
                <a16:creationId xmlns:a16="http://schemas.microsoft.com/office/drawing/2014/main" id="{BDDD6B09-883F-967D-D33D-B66BBE6EEF6D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7940842" y="2303028"/>
            <a:ext cx="3485184" cy="3961593"/>
          </a:xfrm>
        </p:spPr>
        <p:txBody>
          <a:bodyPr rtlCol="0"/>
          <a:lstStyle>
            <a:defPPr>
              <a:defRPr lang="zh-CN"/>
            </a:defPPr>
          </a:lstStyle>
          <a:p>
            <a:pPr marL="0" indent="0">
              <a:buNone/>
            </a:pPr>
            <a:r>
              <a:rPr lang="zh-CN" altLang="en-US" sz="2800" dirty="0"/>
              <a:t>帮帮卡邦！</a:t>
            </a:r>
            <a:endParaRPr lang="en-US" altLang="zh-CN" sz="2800" dirty="0"/>
          </a:p>
          <a:p>
            <a:pPr marL="0" indent="0">
              <a:buNone/>
            </a:pPr>
            <a:r>
              <a:rPr lang="zh-CN" altLang="en-US" sz="2800" dirty="0"/>
              <a:t>演示时间！</a:t>
            </a:r>
            <a:endParaRPr lang="zh-CN" altLang="zh-CN" sz="2800" dirty="0"/>
          </a:p>
          <a:p>
            <a:pPr marL="0" indent="0" rtl="0">
              <a:buNone/>
            </a:pPr>
            <a:endParaRPr lang="zh-CN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7025035-5620-99F2-7960-037310A1D0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defPPr>
              <a:defRPr lang="zh-CN"/>
            </a:defPPr>
          </a:lstStyle>
          <a:p>
            <a:pPr rtl="0"/>
            <a:fld id="{48F63A3B-78C7-47BE-AE5E-E10140E04643}" type="slidenum">
              <a:rPr lang="en-US" altLang="zh-CN" b="1" smtClean="0"/>
              <a:pPr rtl="0"/>
              <a:t>6</a:t>
            </a:fld>
            <a:endParaRPr lang="zh-CN" b="1" dirty="0"/>
          </a:p>
        </p:txBody>
      </p:sp>
    </p:spTree>
    <p:extLst>
      <p:ext uri="{BB962C8B-B14F-4D97-AF65-F5344CB8AC3E}">
        <p14:creationId xmlns:p14="http://schemas.microsoft.com/office/powerpoint/2010/main" val="24847822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C851E-40DA-0FE5-10C8-44EC897C6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9A54F5B2-DE58-ED28-FB50-66C2AD3F3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4" y="1057274"/>
            <a:ext cx="9875463" cy="999746"/>
          </a:xfrm>
        </p:spPr>
        <p:txBody>
          <a:bodyPr rtlCol="0"/>
          <a:lstStyle>
            <a:defPPr>
              <a:defRPr lang="zh-CN"/>
            </a:defPPr>
          </a:lstStyle>
          <a:p>
            <a:r>
              <a:rPr lang="zh-CN" altLang="en-US" dirty="0"/>
              <a:t>项目总结</a:t>
            </a:r>
            <a:endParaRPr lang="zh-CN" altLang="zh-CN" dirty="0"/>
          </a:p>
        </p:txBody>
      </p:sp>
      <p:sp>
        <p:nvSpPr>
          <p:cNvPr id="12" name="内容占位符 3">
            <a:extLst>
              <a:ext uri="{FF2B5EF4-FFF2-40B4-BE49-F238E27FC236}">
                <a16:creationId xmlns:a16="http://schemas.microsoft.com/office/drawing/2014/main" id="{96BB66A9-0A38-85CD-2D64-04CE2A0DB1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50564" y="2303028"/>
            <a:ext cx="5829147" cy="3961593"/>
          </a:xfrm>
        </p:spPr>
        <p:txBody>
          <a:bodyPr rtlCol="0">
            <a:normAutofit/>
          </a:bodyPr>
          <a:lstStyle>
            <a:defPPr>
              <a:defRPr lang="zh-CN"/>
            </a:defPPr>
          </a:lstStyle>
          <a:p>
            <a:pPr marL="0" indent="0">
              <a:buNone/>
            </a:pPr>
            <a:r>
              <a:rPr lang="en-US" altLang="zh-CN" sz="2800" dirty="0"/>
              <a:t>is-A</a:t>
            </a:r>
            <a:r>
              <a:rPr lang="zh-CN" altLang="zh-CN" sz="2800" dirty="0"/>
              <a:t>还是</a:t>
            </a:r>
            <a:r>
              <a:rPr lang="en-US" altLang="zh-CN" sz="2800" dirty="0"/>
              <a:t>has-A</a:t>
            </a:r>
            <a:r>
              <a:rPr lang="zh-CN" altLang="zh-CN" sz="2800" dirty="0"/>
              <a:t>？</a:t>
            </a:r>
            <a:endParaRPr lang="en-US" altLang="zh-CN" sz="2800" dirty="0"/>
          </a:p>
          <a:p>
            <a:pPr marL="0" indent="0">
              <a:buNone/>
            </a:pPr>
            <a:endParaRPr lang="en-US" altLang="zh-CN" sz="2800" dirty="0"/>
          </a:p>
          <a:p>
            <a:pPr marL="0" indent="0">
              <a:buNone/>
            </a:pPr>
            <a:r>
              <a:rPr lang="zh-CN" altLang="zh-CN" sz="2800" dirty="0"/>
              <a:t>多种开发工具</a:t>
            </a:r>
          </a:p>
          <a:p>
            <a:pPr marL="0" indent="0">
              <a:buNone/>
            </a:pPr>
            <a:endParaRPr lang="zh-CN" altLang="zh-CN" dirty="0"/>
          </a:p>
          <a:p>
            <a:pPr marL="0" indent="0" rtl="0">
              <a:buNone/>
            </a:pPr>
            <a:endParaRPr lang="zh-CN" dirty="0"/>
          </a:p>
        </p:txBody>
      </p:sp>
      <p:sp>
        <p:nvSpPr>
          <p:cNvPr id="13" name="内容占位符 7">
            <a:extLst>
              <a:ext uri="{FF2B5EF4-FFF2-40B4-BE49-F238E27FC236}">
                <a16:creationId xmlns:a16="http://schemas.microsoft.com/office/drawing/2014/main" id="{A01E2754-489B-B366-71AB-873D3D27FFBD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7940842" y="2303028"/>
            <a:ext cx="3485184" cy="3961593"/>
          </a:xfrm>
        </p:spPr>
        <p:txBody>
          <a:bodyPr rtlCol="0"/>
          <a:lstStyle>
            <a:defPPr>
              <a:defRPr lang="zh-CN"/>
            </a:defPPr>
          </a:lstStyle>
          <a:p>
            <a:pPr marL="0" indent="0" rtl="0">
              <a:buNone/>
            </a:pPr>
            <a:endParaRPr lang="zh-CN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4080BEB-8195-F15E-AD2E-13B5C8F1E2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defPPr>
              <a:defRPr lang="zh-CN"/>
            </a:defPPr>
          </a:lstStyle>
          <a:p>
            <a:pPr rtl="0"/>
            <a:fld id="{48F63A3B-78C7-47BE-AE5E-E10140E04643}" type="slidenum">
              <a:rPr lang="en-US" altLang="zh-CN" b="1" smtClean="0"/>
              <a:pPr rtl="0"/>
              <a:t>7</a:t>
            </a:fld>
            <a:endParaRPr lang="zh-CN" b="1" dirty="0"/>
          </a:p>
        </p:txBody>
      </p:sp>
    </p:spTree>
    <p:extLst>
      <p:ext uri="{BB962C8B-B14F-4D97-AF65-F5344CB8AC3E}">
        <p14:creationId xmlns:p14="http://schemas.microsoft.com/office/powerpoint/2010/main" val="2143378426"/>
      </p:ext>
    </p:extLst>
  </p:cSld>
  <p:clrMapOvr>
    <a:masterClrMapping/>
  </p:clrMapOvr>
</p:sld>
</file>

<file path=ppt/theme/theme1.xml><?xml version="1.0" encoding="utf-8"?>
<a:theme xmlns:a="http://schemas.openxmlformats.org/drawingml/2006/main" name="自定义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Microsoft YaHei UI"/>
        <a:ea typeface="Microsoft YaHei UI"/>
        <a:cs typeface=""/>
      </a:majorFont>
      <a:minorFont>
        <a:latin typeface="Microsoft YaHei UI"/>
        <a:ea typeface="Microsoft YaHei UI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893083_TF78438558_Win32" id="{3C8CAA99-96A9-46C4-98C1-A4BBBB33BA77}" vid="{085BDEA6-F560-433E-92F7-181226997236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 UI Light" panose="020F0302020204030204"/>
        <a:ea typeface=""/>
        <a:cs typeface=""/>
        <a:font script="Jpan" typeface="游ゴシック Light"/>
        <a:font script="Hang" typeface="맑은 고딕"/>
        <a:font script="Hans" typeface="Microsoft YaHei UI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 UI" panose="020F0502020204030204"/>
        <a:ea typeface=""/>
        <a:cs typeface=""/>
        <a:font script="Jpan" typeface="游ゴシック"/>
        <a:font script="Hang" typeface="맑은 고딕"/>
        <a:font script="Hans" typeface="Microsoft YaHei UI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 UI Light" panose="020F0302020204030204"/>
        <a:ea typeface=""/>
        <a:cs typeface=""/>
        <a:font script="Jpan" typeface="游ゴシック Light"/>
        <a:font script="Hang" typeface="맑은 고딕"/>
        <a:font script="Hans" typeface="Microsoft YaHei UI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 UI" panose="020F0502020204030204"/>
        <a:ea typeface=""/>
        <a:cs typeface=""/>
        <a:font script="Jpan" typeface="游ゴシック"/>
        <a:font script="Hang" typeface="맑은 고딕"/>
        <a:font script="Hans" typeface="Microsoft YaHei UI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{04D7B0CC-DCBA-4D4E-819B-CC35136FF6A9}TF8a9b5915-b8c7-461e-8cdd-693d48b5e32323e728b9_win32-7beee1c10256</Template>
  <TotalTime>29</TotalTime>
  <Words>335</Words>
  <Application>Microsoft Office PowerPoint</Application>
  <PresentationFormat>宽屏</PresentationFormat>
  <Paragraphs>51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0" baseType="lpstr">
      <vt:lpstr>Microsoft YaHei UI</vt:lpstr>
      <vt:lpstr>Arial</vt:lpstr>
      <vt:lpstr>自定义</vt:lpstr>
      <vt:lpstr>程序设计实践 课设答辩</vt:lpstr>
      <vt:lpstr>目录</vt:lpstr>
      <vt:lpstr>课题背景</vt:lpstr>
      <vt:lpstr>项目分析</vt:lpstr>
      <vt:lpstr>类结构与功能设计</vt:lpstr>
      <vt:lpstr>实现与测试</vt:lpstr>
      <vt:lpstr>项目总结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PEINING TIAN</dc:creator>
  <cp:lastModifiedBy>PEINING TIAN</cp:lastModifiedBy>
  <cp:revision>4</cp:revision>
  <dcterms:created xsi:type="dcterms:W3CDTF">2026-01-09T15:23:02Z</dcterms:created>
  <dcterms:modified xsi:type="dcterms:W3CDTF">2026-01-11T02:59:02Z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